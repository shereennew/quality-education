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Lilita One" charset="1" panose="02000000000000000000"/>
      <p:regular r:id="rId19"/>
    </p:embeddedFont>
    <p:embeddedFont>
      <p:font typeface="Glacial Indifference Bold" charset="1" panose="00000800000000000000"/>
      <p:regular r:id="rId20"/>
    </p:embeddedFont>
    <p:embeddedFont>
      <p:font typeface="Glacial Indifference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3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72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0277189" y="9811"/>
            <a:ext cx="10277189" cy="10277189"/>
          </a:xfrm>
          <a:custGeom>
            <a:avLst/>
            <a:gdLst/>
            <a:ahLst/>
            <a:cxnLst/>
            <a:rect r="r" b="b" t="t" l="l"/>
            <a:pathLst>
              <a:path h="10277189" w="10277189">
                <a:moveTo>
                  <a:pt x="0" y="0"/>
                </a:moveTo>
                <a:lnTo>
                  <a:pt x="10277189" y="0"/>
                </a:lnTo>
                <a:lnTo>
                  <a:pt x="10277189" y="10277189"/>
                </a:lnTo>
                <a:lnTo>
                  <a:pt x="0" y="102771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811"/>
            <a:ext cx="10277189" cy="10277189"/>
          </a:xfrm>
          <a:custGeom>
            <a:avLst/>
            <a:gdLst/>
            <a:ahLst/>
            <a:cxnLst/>
            <a:rect r="r" b="b" t="t" l="l"/>
            <a:pathLst>
              <a:path h="10277189" w="10277189">
                <a:moveTo>
                  <a:pt x="0" y="0"/>
                </a:moveTo>
                <a:lnTo>
                  <a:pt x="10277189" y="0"/>
                </a:lnTo>
                <a:lnTo>
                  <a:pt x="10277189" y="10277189"/>
                </a:lnTo>
                <a:lnTo>
                  <a:pt x="0" y="102771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63734" y="1341038"/>
            <a:ext cx="16230600" cy="7579015"/>
            <a:chOff x="0" y="0"/>
            <a:chExt cx="19644880" cy="91733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72390" y="72390"/>
              <a:ext cx="19500101" cy="9028562"/>
            </a:xfrm>
            <a:custGeom>
              <a:avLst/>
              <a:gdLst/>
              <a:ahLst/>
              <a:cxnLst/>
              <a:rect r="r" b="b" t="t" l="l"/>
              <a:pathLst>
                <a:path h="9028562" w="19500101">
                  <a:moveTo>
                    <a:pt x="0" y="0"/>
                  </a:moveTo>
                  <a:lnTo>
                    <a:pt x="19500101" y="0"/>
                  </a:lnTo>
                  <a:lnTo>
                    <a:pt x="19500101" y="9028562"/>
                  </a:lnTo>
                  <a:lnTo>
                    <a:pt x="0" y="90285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644880" cy="9173342"/>
            </a:xfrm>
            <a:custGeom>
              <a:avLst/>
              <a:gdLst/>
              <a:ahLst/>
              <a:cxnLst/>
              <a:rect r="r" b="b" t="t" l="l"/>
              <a:pathLst>
                <a:path h="9173342" w="19644880">
                  <a:moveTo>
                    <a:pt x="19500100" y="9028562"/>
                  </a:moveTo>
                  <a:lnTo>
                    <a:pt x="19644880" y="9028562"/>
                  </a:lnTo>
                  <a:lnTo>
                    <a:pt x="19644880" y="9173342"/>
                  </a:lnTo>
                  <a:lnTo>
                    <a:pt x="19500100" y="9173342"/>
                  </a:lnTo>
                  <a:lnTo>
                    <a:pt x="19500100" y="9028562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9028562"/>
                  </a:lnTo>
                  <a:lnTo>
                    <a:pt x="0" y="9028562"/>
                  </a:lnTo>
                  <a:lnTo>
                    <a:pt x="0" y="144780"/>
                  </a:lnTo>
                  <a:close/>
                  <a:moveTo>
                    <a:pt x="0" y="9028562"/>
                  </a:moveTo>
                  <a:lnTo>
                    <a:pt x="144780" y="9028562"/>
                  </a:lnTo>
                  <a:lnTo>
                    <a:pt x="144780" y="9173342"/>
                  </a:lnTo>
                  <a:lnTo>
                    <a:pt x="0" y="9173342"/>
                  </a:lnTo>
                  <a:lnTo>
                    <a:pt x="0" y="9028562"/>
                  </a:lnTo>
                  <a:close/>
                  <a:moveTo>
                    <a:pt x="19500100" y="144780"/>
                  </a:moveTo>
                  <a:lnTo>
                    <a:pt x="19644880" y="144780"/>
                  </a:lnTo>
                  <a:lnTo>
                    <a:pt x="19644880" y="9028562"/>
                  </a:lnTo>
                  <a:lnTo>
                    <a:pt x="19500100" y="9028562"/>
                  </a:lnTo>
                  <a:lnTo>
                    <a:pt x="19500100" y="144780"/>
                  </a:lnTo>
                  <a:close/>
                  <a:moveTo>
                    <a:pt x="144780" y="9028562"/>
                  </a:moveTo>
                  <a:lnTo>
                    <a:pt x="19500100" y="9028562"/>
                  </a:lnTo>
                  <a:lnTo>
                    <a:pt x="19500100" y="9173342"/>
                  </a:lnTo>
                  <a:lnTo>
                    <a:pt x="144780" y="9173342"/>
                  </a:lnTo>
                  <a:lnTo>
                    <a:pt x="144780" y="9028562"/>
                  </a:lnTo>
                  <a:close/>
                  <a:moveTo>
                    <a:pt x="19500100" y="0"/>
                  </a:moveTo>
                  <a:lnTo>
                    <a:pt x="19644880" y="0"/>
                  </a:lnTo>
                  <a:lnTo>
                    <a:pt x="19644880" y="144780"/>
                  </a:lnTo>
                  <a:lnTo>
                    <a:pt x="19500100" y="144780"/>
                  </a:lnTo>
                  <a:lnTo>
                    <a:pt x="19500100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9500100" y="0"/>
                  </a:lnTo>
                  <a:lnTo>
                    <a:pt x="19500100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81252" y="2237766"/>
            <a:ext cx="16195566" cy="3765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9"/>
              </a:lnSpc>
            </a:pPr>
            <a:r>
              <a:rPr lang="en-US" sz="21999">
                <a:solidFill>
                  <a:srgbClr val="000000"/>
                </a:solidFill>
                <a:latin typeface="Lilita One"/>
                <a:ea typeface="Lilita One"/>
                <a:cs typeface="Lilita One"/>
                <a:sym typeface="Lilita One"/>
              </a:rPr>
              <a:t>ANGLES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3734" y="5719140"/>
            <a:ext cx="16230600" cy="896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 spc="738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GRADE 4 MATHEMATICS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99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9985" y="792864"/>
            <a:ext cx="16788030" cy="8701272"/>
            <a:chOff x="0" y="0"/>
            <a:chExt cx="20319572" cy="105316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20174793" cy="10386897"/>
            </a:xfrm>
            <a:custGeom>
              <a:avLst/>
              <a:gdLst/>
              <a:ahLst/>
              <a:cxnLst/>
              <a:rect r="r" b="b" t="t" l="l"/>
              <a:pathLst>
                <a:path h="10386897" w="20174793">
                  <a:moveTo>
                    <a:pt x="0" y="0"/>
                  </a:moveTo>
                  <a:lnTo>
                    <a:pt x="20174793" y="0"/>
                  </a:lnTo>
                  <a:lnTo>
                    <a:pt x="20174793" y="10386897"/>
                  </a:lnTo>
                  <a:lnTo>
                    <a:pt x="0" y="103868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319572" cy="10531677"/>
            </a:xfrm>
            <a:custGeom>
              <a:avLst/>
              <a:gdLst/>
              <a:ahLst/>
              <a:cxnLst/>
              <a:rect r="r" b="b" t="t" l="l"/>
              <a:pathLst>
                <a:path h="10531677" w="20319572">
                  <a:moveTo>
                    <a:pt x="20174792" y="10386897"/>
                  </a:moveTo>
                  <a:lnTo>
                    <a:pt x="20319572" y="10386897"/>
                  </a:lnTo>
                  <a:lnTo>
                    <a:pt x="20319572" y="10531677"/>
                  </a:lnTo>
                  <a:lnTo>
                    <a:pt x="20174792" y="10531677"/>
                  </a:lnTo>
                  <a:lnTo>
                    <a:pt x="20174792" y="1038689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0386897"/>
                  </a:lnTo>
                  <a:lnTo>
                    <a:pt x="0" y="10386897"/>
                  </a:lnTo>
                  <a:lnTo>
                    <a:pt x="0" y="144780"/>
                  </a:lnTo>
                  <a:close/>
                  <a:moveTo>
                    <a:pt x="0" y="10386897"/>
                  </a:moveTo>
                  <a:lnTo>
                    <a:pt x="144780" y="10386897"/>
                  </a:lnTo>
                  <a:lnTo>
                    <a:pt x="144780" y="10531677"/>
                  </a:lnTo>
                  <a:lnTo>
                    <a:pt x="0" y="10531677"/>
                  </a:lnTo>
                  <a:lnTo>
                    <a:pt x="0" y="10386897"/>
                  </a:lnTo>
                  <a:close/>
                  <a:moveTo>
                    <a:pt x="20174792" y="144780"/>
                  </a:moveTo>
                  <a:lnTo>
                    <a:pt x="20319572" y="144780"/>
                  </a:lnTo>
                  <a:lnTo>
                    <a:pt x="20319572" y="10386897"/>
                  </a:lnTo>
                  <a:lnTo>
                    <a:pt x="20174792" y="10386897"/>
                  </a:lnTo>
                  <a:lnTo>
                    <a:pt x="20174792" y="144780"/>
                  </a:lnTo>
                  <a:close/>
                  <a:moveTo>
                    <a:pt x="144780" y="10386897"/>
                  </a:moveTo>
                  <a:lnTo>
                    <a:pt x="20174792" y="10386897"/>
                  </a:lnTo>
                  <a:lnTo>
                    <a:pt x="20174792" y="10531677"/>
                  </a:lnTo>
                  <a:lnTo>
                    <a:pt x="144780" y="10531677"/>
                  </a:lnTo>
                  <a:lnTo>
                    <a:pt x="144780" y="10386897"/>
                  </a:lnTo>
                  <a:close/>
                  <a:moveTo>
                    <a:pt x="20174792" y="0"/>
                  </a:moveTo>
                  <a:lnTo>
                    <a:pt x="20319572" y="0"/>
                  </a:lnTo>
                  <a:lnTo>
                    <a:pt x="20319572" y="144780"/>
                  </a:lnTo>
                  <a:lnTo>
                    <a:pt x="20174792" y="144780"/>
                  </a:lnTo>
                  <a:lnTo>
                    <a:pt x="2017479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0174792" y="0"/>
                  </a:lnTo>
                  <a:lnTo>
                    <a:pt x="2017479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2305378" y="3212805"/>
            <a:ext cx="4953922" cy="3690672"/>
          </a:xfrm>
          <a:custGeom>
            <a:avLst/>
            <a:gdLst/>
            <a:ahLst/>
            <a:cxnLst/>
            <a:rect r="r" b="b" t="t" l="l"/>
            <a:pathLst>
              <a:path h="3690672" w="4953922">
                <a:moveTo>
                  <a:pt x="0" y="0"/>
                </a:moveTo>
                <a:lnTo>
                  <a:pt x="4953922" y="0"/>
                </a:lnTo>
                <a:lnTo>
                  <a:pt x="4953922" y="3690672"/>
                </a:lnTo>
                <a:lnTo>
                  <a:pt x="0" y="3690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70458" y="1378598"/>
            <a:ext cx="8616192" cy="1357885"/>
            <a:chOff x="0" y="0"/>
            <a:chExt cx="16810870" cy="26493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72390" y="72390"/>
              <a:ext cx="16666091" cy="2504561"/>
            </a:xfrm>
            <a:custGeom>
              <a:avLst/>
              <a:gdLst/>
              <a:ahLst/>
              <a:cxnLst/>
              <a:rect r="r" b="b" t="t" l="l"/>
              <a:pathLst>
                <a:path h="2504561" w="16666091">
                  <a:moveTo>
                    <a:pt x="0" y="0"/>
                  </a:moveTo>
                  <a:lnTo>
                    <a:pt x="16666091" y="0"/>
                  </a:lnTo>
                  <a:lnTo>
                    <a:pt x="16666091" y="2504561"/>
                  </a:lnTo>
                  <a:lnTo>
                    <a:pt x="0" y="25045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E5E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810870" cy="2649341"/>
            </a:xfrm>
            <a:custGeom>
              <a:avLst/>
              <a:gdLst/>
              <a:ahLst/>
              <a:cxnLst/>
              <a:rect r="r" b="b" t="t" l="l"/>
              <a:pathLst>
                <a:path h="2649341" w="16810870">
                  <a:moveTo>
                    <a:pt x="16666090" y="2504561"/>
                  </a:moveTo>
                  <a:lnTo>
                    <a:pt x="16810870" y="2504561"/>
                  </a:lnTo>
                  <a:lnTo>
                    <a:pt x="16810870" y="2649341"/>
                  </a:lnTo>
                  <a:lnTo>
                    <a:pt x="16666090" y="2649341"/>
                  </a:lnTo>
                  <a:lnTo>
                    <a:pt x="16666090" y="250456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504561"/>
                  </a:lnTo>
                  <a:lnTo>
                    <a:pt x="0" y="2504561"/>
                  </a:lnTo>
                  <a:lnTo>
                    <a:pt x="0" y="144780"/>
                  </a:lnTo>
                  <a:close/>
                  <a:moveTo>
                    <a:pt x="0" y="2504561"/>
                  </a:moveTo>
                  <a:lnTo>
                    <a:pt x="144780" y="2504561"/>
                  </a:lnTo>
                  <a:lnTo>
                    <a:pt x="144780" y="2649341"/>
                  </a:lnTo>
                  <a:lnTo>
                    <a:pt x="0" y="2649341"/>
                  </a:lnTo>
                  <a:lnTo>
                    <a:pt x="0" y="2504561"/>
                  </a:lnTo>
                  <a:close/>
                  <a:moveTo>
                    <a:pt x="16666090" y="144780"/>
                  </a:moveTo>
                  <a:lnTo>
                    <a:pt x="16810870" y="144780"/>
                  </a:lnTo>
                  <a:lnTo>
                    <a:pt x="16810870" y="2504561"/>
                  </a:lnTo>
                  <a:lnTo>
                    <a:pt x="16666090" y="2504561"/>
                  </a:lnTo>
                  <a:lnTo>
                    <a:pt x="16666090" y="144780"/>
                  </a:lnTo>
                  <a:close/>
                  <a:moveTo>
                    <a:pt x="144780" y="2504561"/>
                  </a:moveTo>
                  <a:lnTo>
                    <a:pt x="16666090" y="2504561"/>
                  </a:lnTo>
                  <a:lnTo>
                    <a:pt x="16666090" y="2649341"/>
                  </a:lnTo>
                  <a:lnTo>
                    <a:pt x="144780" y="2649341"/>
                  </a:lnTo>
                  <a:lnTo>
                    <a:pt x="144780" y="2504561"/>
                  </a:lnTo>
                  <a:close/>
                  <a:moveTo>
                    <a:pt x="16666090" y="0"/>
                  </a:moveTo>
                  <a:lnTo>
                    <a:pt x="16810870" y="0"/>
                  </a:lnTo>
                  <a:lnTo>
                    <a:pt x="16810870" y="144780"/>
                  </a:lnTo>
                  <a:lnTo>
                    <a:pt x="16666090" y="144780"/>
                  </a:lnTo>
                  <a:lnTo>
                    <a:pt x="16666090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6666090" y="0"/>
                  </a:lnTo>
                  <a:lnTo>
                    <a:pt x="16666090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70458" y="1630502"/>
            <a:ext cx="8616192" cy="85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4999" spc="70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WHAT ARE ANGLES?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8004" y="3311101"/>
            <a:ext cx="9018646" cy="209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space between two intersecting straight lines, at the point in which they meet.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8004" y="6102071"/>
            <a:ext cx="8881566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point where they meet is called the vertex.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8004" y="8188191"/>
            <a:ext cx="8881566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Angles are measured in degrees.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05378" y="6836802"/>
            <a:ext cx="4953922" cy="5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1"/>
              </a:lnSpc>
            </a:pPr>
            <a:r>
              <a:rPr lang="en-US" sz="32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straight line</a:t>
            </a:r>
          </a:p>
        </p:txBody>
      </p:sp>
      <p:sp>
        <p:nvSpPr>
          <p:cNvPr name="TextBox 14" id="14"/>
          <p:cNvSpPr txBox="true"/>
          <p:nvPr/>
        </p:nvSpPr>
        <p:spPr>
          <a:xfrm rot="-2700000">
            <a:off x="11251595" y="4521929"/>
            <a:ext cx="4953922" cy="5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1"/>
              </a:lnSpc>
            </a:pPr>
            <a:r>
              <a:rPr lang="en-US" sz="32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straight line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24939" y="6300401"/>
            <a:ext cx="1531201" cy="5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1"/>
              </a:lnSpc>
            </a:pPr>
            <a:r>
              <a:rPr lang="en-US" sz="32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vertex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79783" y="5750660"/>
            <a:ext cx="2038617" cy="5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51"/>
              </a:lnSpc>
            </a:pPr>
            <a:r>
              <a:rPr lang="en-US" sz="32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degrees</a:t>
            </a:r>
          </a:p>
        </p:txBody>
      </p:sp>
      <p:sp>
        <p:nvSpPr>
          <p:cNvPr name="AutoShape 17" id="17"/>
          <p:cNvSpPr/>
          <p:nvPr/>
        </p:nvSpPr>
        <p:spPr>
          <a:xfrm rot="-5400000">
            <a:off x="6537430" y="5108832"/>
            <a:ext cx="7536668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99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9985" y="792864"/>
            <a:ext cx="16788030" cy="8701272"/>
            <a:chOff x="0" y="0"/>
            <a:chExt cx="20319572" cy="105316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20174793" cy="10386897"/>
            </a:xfrm>
            <a:custGeom>
              <a:avLst/>
              <a:gdLst/>
              <a:ahLst/>
              <a:cxnLst/>
              <a:rect r="r" b="b" t="t" l="l"/>
              <a:pathLst>
                <a:path h="10386897" w="20174793">
                  <a:moveTo>
                    <a:pt x="0" y="0"/>
                  </a:moveTo>
                  <a:lnTo>
                    <a:pt x="20174793" y="0"/>
                  </a:lnTo>
                  <a:lnTo>
                    <a:pt x="20174793" y="10386897"/>
                  </a:lnTo>
                  <a:lnTo>
                    <a:pt x="0" y="103868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319572" cy="10531677"/>
            </a:xfrm>
            <a:custGeom>
              <a:avLst/>
              <a:gdLst/>
              <a:ahLst/>
              <a:cxnLst/>
              <a:rect r="r" b="b" t="t" l="l"/>
              <a:pathLst>
                <a:path h="10531677" w="20319572">
                  <a:moveTo>
                    <a:pt x="20174792" y="10386897"/>
                  </a:moveTo>
                  <a:lnTo>
                    <a:pt x="20319572" y="10386897"/>
                  </a:lnTo>
                  <a:lnTo>
                    <a:pt x="20319572" y="10531677"/>
                  </a:lnTo>
                  <a:lnTo>
                    <a:pt x="20174792" y="10531677"/>
                  </a:lnTo>
                  <a:lnTo>
                    <a:pt x="20174792" y="1038689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0386897"/>
                  </a:lnTo>
                  <a:lnTo>
                    <a:pt x="0" y="10386897"/>
                  </a:lnTo>
                  <a:lnTo>
                    <a:pt x="0" y="144780"/>
                  </a:lnTo>
                  <a:close/>
                  <a:moveTo>
                    <a:pt x="0" y="10386897"/>
                  </a:moveTo>
                  <a:lnTo>
                    <a:pt x="144780" y="10386897"/>
                  </a:lnTo>
                  <a:lnTo>
                    <a:pt x="144780" y="10531677"/>
                  </a:lnTo>
                  <a:lnTo>
                    <a:pt x="0" y="10531677"/>
                  </a:lnTo>
                  <a:lnTo>
                    <a:pt x="0" y="10386897"/>
                  </a:lnTo>
                  <a:close/>
                  <a:moveTo>
                    <a:pt x="20174792" y="144780"/>
                  </a:moveTo>
                  <a:lnTo>
                    <a:pt x="20319572" y="144780"/>
                  </a:lnTo>
                  <a:lnTo>
                    <a:pt x="20319572" y="10386897"/>
                  </a:lnTo>
                  <a:lnTo>
                    <a:pt x="20174792" y="10386897"/>
                  </a:lnTo>
                  <a:lnTo>
                    <a:pt x="20174792" y="144780"/>
                  </a:lnTo>
                  <a:close/>
                  <a:moveTo>
                    <a:pt x="144780" y="10386897"/>
                  </a:moveTo>
                  <a:lnTo>
                    <a:pt x="20174792" y="10386897"/>
                  </a:lnTo>
                  <a:lnTo>
                    <a:pt x="20174792" y="10531677"/>
                  </a:lnTo>
                  <a:lnTo>
                    <a:pt x="144780" y="10531677"/>
                  </a:lnTo>
                  <a:lnTo>
                    <a:pt x="144780" y="10386897"/>
                  </a:lnTo>
                  <a:close/>
                  <a:moveTo>
                    <a:pt x="20174792" y="0"/>
                  </a:moveTo>
                  <a:lnTo>
                    <a:pt x="20319572" y="0"/>
                  </a:lnTo>
                  <a:lnTo>
                    <a:pt x="20319572" y="144780"/>
                  </a:lnTo>
                  <a:lnTo>
                    <a:pt x="20174792" y="144780"/>
                  </a:lnTo>
                  <a:lnTo>
                    <a:pt x="2017479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0174792" y="0"/>
                  </a:lnTo>
                  <a:lnTo>
                    <a:pt x="2017479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5319471" y="1369091"/>
            <a:ext cx="9079538" cy="6764256"/>
          </a:xfrm>
          <a:custGeom>
            <a:avLst/>
            <a:gdLst/>
            <a:ahLst/>
            <a:cxnLst/>
            <a:rect r="r" b="b" t="t" l="l"/>
            <a:pathLst>
              <a:path h="6764256" w="9079538">
                <a:moveTo>
                  <a:pt x="0" y="0"/>
                </a:moveTo>
                <a:lnTo>
                  <a:pt x="9079538" y="0"/>
                </a:lnTo>
                <a:lnTo>
                  <a:pt x="9079538" y="6764256"/>
                </a:lnTo>
                <a:lnTo>
                  <a:pt x="0" y="676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19471" y="8009522"/>
            <a:ext cx="9079538" cy="1012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41"/>
              </a:lnSpc>
            </a:pPr>
            <a:r>
              <a:rPr lang="en-US" sz="595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straight line</a:t>
            </a:r>
          </a:p>
        </p:txBody>
      </p:sp>
      <p:sp>
        <p:nvSpPr>
          <p:cNvPr name="TextBox 7" id="7"/>
          <p:cNvSpPr txBox="true"/>
          <p:nvPr/>
        </p:nvSpPr>
        <p:spPr>
          <a:xfrm rot="-2700000">
            <a:off x="3387527" y="3767066"/>
            <a:ext cx="9079538" cy="1012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41"/>
              </a:lnSpc>
            </a:pPr>
            <a:r>
              <a:rPr lang="en-US" sz="595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straight line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56288" y="7026406"/>
            <a:ext cx="2806382" cy="1012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341"/>
              </a:lnSpc>
            </a:pPr>
            <a:r>
              <a:rPr lang="en-US" sz="595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vertex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88318" y="6018843"/>
            <a:ext cx="3736373" cy="1012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341"/>
              </a:lnSpc>
            </a:pPr>
            <a:r>
              <a:rPr lang="en-US" sz="595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degrees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96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3734" y="1028700"/>
            <a:ext cx="16230600" cy="8229600"/>
            <a:chOff x="0" y="0"/>
            <a:chExt cx="19644880" cy="9960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9500101" cy="9816005"/>
            </a:xfrm>
            <a:custGeom>
              <a:avLst/>
              <a:gdLst/>
              <a:ahLst/>
              <a:cxnLst/>
              <a:rect r="r" b="b" t="t" l="l"/>
              <a:pathLst>
                <a:path h="9816005" w="19500101">
                  <a:moveTo>
                    <a:pt x="0" y="0"/>
                  </a:moveTo>
                  <a:lnTo>
                    <a:pt x="19500101" y="0"/>
                  </a:lnTo>
                  <a:lnTo>
                    <a:pt x="19500101" y="9816005"/>
                  </a:lnTo>
                  <a:lnTo>
                    <a:pt x="0" y="98160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644880" cy="9960784"/>
            </a:xfrm>
            <a:custGeom>
              <a:avLst/>
              <a:gdLst/>
              <a:ahLst/>
              <a:cxnLst/>
              <a:rect r="r" b="b" t="t" l="l"/>
              <a:pathLst>
                <a:path h="9960784" w="19644880">
                  <a:moveTo>
                    <a:pt x="19500100" y="9816005"/>
                  </a:moveTo>
                  <a:lnTo>
                    <a:pt x="19644880" y="9816005"/>
                  </a:lnTo>
                  <a:lnTo>
                    <a:pt x="19644880" y="9960784"/>
                  </a:lnTo>
                  <a:lnTo>
                    <a:pt x="19500100" y="9960784"/>
                  </a:lnTo>
                  <a:lnTo>
                    <a:pt x="19500100" y="9816005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9816005"/>
                  </a:lnTo>
                  <a:lnTo>
                    <a:pt x="0" y="9816005"/>
                  </a:lnTo>
                  <a:lnTo>
                    <a:pt x="0" y="144780"/>
                  </a:lnTo>
                  <a:close/>
                  <a:moveTo>
                    <a:pt x="0" y="9816005"/>
                  </a:moveTo>
                  <a:lnTo>
                    <a:pt x="144780" y="9816005"/>
                  </a:lnTo>
                  <a:lnTo>
                    <a:pt x="144780" y="9960784"/>
                  </a:lnTo>
                  <a:lnTo>
                    <a:pt x="0" y="9960784"/>
                  </a:lnTo>
                  <a:lnTo>
                    <a:pt x="0" y="9816005"/>
                  </a:lnTo>
                  <a:close/>
                  <a:moveTo>
                    <a:pt x="19500100" y="144780"/>
                  </a:moveTo>
                  <a:lnTo>
                    <a:pt x="19644880" y="144780"/>
                  </a:lnTo>
                  <a:lnTo>
                    <a:pt x="19644880" y="9816005"/>
                  </a:lnTo>
                  <a:lnTo>
                    <a:pt x="19500100" y="9816005"/>
                  </a:lnTo>
                  <a:lnTo>
                    <a:pt x="19500100" y="144780"/>
                  </a:lnTo>
                  <a:close/>
                  <a:moveTo>
                    <a:pt x="144780" y="9816005"/>
                  </a:moveTo>
                  <a:lnTo>
                    <a:pt x="19500100" y="9816005"/>
                  </a:lnTo>
                  <a:lnTo>
                    <a:pt x="19500100" y="9960784"/>
                  </a:lnTo>
                  <a:lnTo>
                    <a:pt x="144780" y="9960784"/>
                  </a:lnTo>
                  <a:lnTo>
                    <a:pt x="144780" y="9816005"/>
                  </a:lnTo>
                  <a:close/>
                  <a:moveTo>
                    <a:pt x="19500100" y="0"/>
                  </a:moveTo>
                  <a:lnTo>
                    <a:pt x="19644880" y="0"/>
                  </a:lnTo>
                  <a:lnTo>
                    <a:pt x="19644880" y="144780"/>
                  </a:lnTo>
                  <a:lnTo>
                    <a:pt x="19500100" y="144780"/>
                  </a:lnTo>
                  <a:lnTo>
                    <a:pt x="19500100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9500100" y="0"/>
                  </a:lnTo>
                  <a:lnTo>
                    <a:pt x="19500100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-5400000">
            <a:off x="13811191" y="5898998"/>
            <a:ext cx="3935059" cy="3913595"/>
          </a:xfrm>
          <a:custGeom>
            <a:avLst/>
            <a:gdLst/>
            <a:ahLst/>
            <a:cxnLst/>
            <a:rect r="r" b="b" t="t" l="l"/>
            <a:pathLst>
              <a:path h="3913595" w="3935059">
                <a:moveTo>
                  <a:pt x="0" y="0"/>
                </a:moveTo>
                <a:lnTo>
                  <a:pt x="3935059" y="0"/>
                </a:lnTo>
                <a:lnTo>
                  <a:pt x="3935059" y="3913596"/>
                </a:lnTo>
                <a:lnTo>
                  <a:pt x="0" y="3913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527555" y="2943751"/>
            <a:ext cx="8820217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Acute</a:t>
            </a: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(&gt;0, &lt;90 degrees)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27555" y="3895309"/>
            <a:ext cx="8820217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Right</a:t>
            </a: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(90 degrees)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27555" y="4846866"/>
            <a:ext cx="8820217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Obtuse</a:t>
            </a: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(&gt;90, &lt;180 degrees)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27555" y="5798424"/>
            <a:ext cx="6895164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Straight</a:t>
            </a: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(180 degrees)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527555" y="6749981"/>
            <a:ext cx="8820217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Reflex</a:t>
            </a: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(&gt;180, &lt;360 degrees)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27555" y="7701539"/>
            <a:ext cx="8820217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Revolution</a:t>
            </a: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(360 degrees)</a:t>
            </a:r>
          </a:p>
        </p:txBody>
      </p:sp>
      <p:sp>
        <p:nvSpPr>
          <p:cNvPr name="AutoShape 12" id="12"/>
          <p:cNvSpPr/>
          <p:nvPr/>
        </p:nvSpPr>
        <p:spPr>
          <a:xfrm rot="5400000">
            <a:off x="1117676" y="5658888"/>
            <a:ext cx="408610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3" id="13"/>
          <p:cNvSpPr txBox="true"/>
          <p:nvPr/>
        </p:nvSpPr>
        <p:spPr>
          <a:xfrm rot="0">
            <a:off x="2147205" y="2962801"/>
            <a:ext cx="202704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smallest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85305" y="7882915"/>
            <a:ext cx="202704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largest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337810" y="612027"/>
            <a:ext cx="11612380" cy="1357885"/>
            <a:chOff x="0" y="0"/>
            <a:chExt cx="22656669" cy="264934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72390" y="72390"/>
              <a:ext cx="22511889" cy="2504561"/>
            </a:xfrm>
            <a:custGeom>
              <a:avLst/>
              <a:gdLst/>
              <a:ahLst/>
              <a:cxnLst/>
              <a:rect r="r" b="b" t="t" l="l"/>
              <a:pathLst>
                <a:path h="2504561" w="22511889">
                  <a:moveTo>
                    <a:pt x="0" y="0"/>
                  </a:moveTo>
                  <a:lnTo>
                    <a:pt x="22511889" y="0"/>
                  </a:lnTo>
                  <a:lnTo>
                    <a:pt x="22511889" y="2504561"/>
                  </a:lnTo>
                  <a:lnTo>
                    <a:pt x="0" y="25045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DFA3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656668" cy="2649341"/>
            </a:xfrm>
            <a:custGeom>
              <a:avLst/>
              <a:gdLst/>
              <a:ahLst/>
              <a:cxnLst/>
              <a:rect r="r" b="b" t="t" l="l"/>
              <a:pathLst>
                <a:path h="2649341" w="22656668">
                  <a:moveTo>
                    <a:pt x="22511889" y="2504561"/>
                  </a:moveTo>
                  <a:lnTo>
                    <a:pt x="22656668" y="2504561"/>
                  </a:lnTo>
                  <a:lnTo>
                    <a:pt x="22656668" y="2649341"/>
                  </a:lnTo>
                  <a:lnTo>
                    <a:pt x="22511889" y="2649341"/>
                  </a:lnTo>
                  <a:lnTo>
                    <a:pt x="22511889" y="250456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504561"/>
                  </a:lnTo>
                  <a:lnTo>
                    <a:pt x="0" y="2504561"/>
                  </a:lnTo>
                  <a:lnTo>
                    <a:pt x="0" y="144780"/>
                  </a:lnTo>
                  <a:close/>
                  <a:moveTo>
                    <a:pt x="0" y="2504561"/>
                  </a:moveTo>
                  <a:lnTo>
                    <a:pt x="144780" y="2504561"/>
                  </a:lnTo>
                  <a:lnTo>
                    <a:pt x="144780" y="2649341"/>
                  </a:lnTo>
                  <a:lnTo>
                    <a:pt x="0" y="2649341"/>
                  </a:lnTo>
                  <a:lnTo>
                    <a:pt x="0" y="2504561"/>
                  </a:lnTo>
                  <a:close/>
                  <a:moveTo>
                    <a:pt x="22511889" y="144780"/>
                  </a:moveTo>
                  <a:lnTo>
                    <a:pt x="22656668" y="144780"/>
                  </a:lnTo>
                  <a:lnTo>
                    <a:pt x="22656668" y="2504561"/>
                  </a:lnTo>
                  <a:lnTo>
                    <a:pt x="22511889" y="2504561"/>
                  </a:lnTo>
                  <a:lnTo>
                    <a:pt x="22511889" y="144780"/>
                  </a:lnTo>
                  <a:close/>
                  <a:moveTo>
                    <a:pt x="144780" y="2504561"/>
                  </a:moveTo>
                  <a:lnTo>
                    <a:pt x="22511889" y="2504561"/>
                  </a:lnTo>
                  <a:lnTo>
                    <a:pt x="22511889" y="2649341"/>
                  </a:lnTo>
                  <a:lnTo>
                    <a:pt x="144780" y="2649341"/>
                  </a:lnTo>
                  <a:lnTo>
                    <a:pt x="144780" y="2504561"/>
                  </a:lnTo>
                  <a:close/>
                  <a:moveTo>
                    <a:pt x="22511889" y="0"/>
                  </a:moveTo>
                  <a:lnTo>
                    <a:pt x="22656668" y="0"/>
                  </a:lnTo>
                  <a:lnTo>
                    <a:pt x="22656668" y="144780"/>
                  </a:lnTo>
                  <a:lnTo>
                    <a:pt x="22511889" y="144780"/>
                  </a:lnTo>
                  <a:lnTo>
                    <a:pt x="2251188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2511889" y="0"/>
                  </a:lnTo>
                  <a:lnTo>
                    <a:pt x="2251188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507488" y="809956"/>
            <a:ext cx="15343094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spc="85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TYPES OF ANGLES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90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3734" y="1028700"/>
            <a:ext cx="16230600" cy="8229600"/>
            <a:chOff x="0" y="0"/>
            <a:chExt cx="19644880" cy="9960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9500101" cy="9816005"/>
            </a:xfrm>
            <a:custGeom>
              <a:avLst/>
              <a:gdLst/>
              <a:ahLst/>
              <a:cxnLst/>
              <a:rect r="r" b="b" t="t" l="l"/>
              <a:pathLst>
                <a:path h="9816005" w="19500101">
                  <a:moveTo>
                    <a:pt x="0" y="0"/>
                  </a:moveTo>
                  <a:lnTo>
                    <a:pt x="19500101" y="0"/>
                  </a:lnTo>
                  <a:lnTo>
                    <a:pt x="19500101" y="9816005"/>
                  </a:lnTo>
                  <a:lnTo>
                    <a:pt x="0" y="98160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644880" cy="9960784"/>
            </a:xfrm>
            <a:custGeom>
              <a:avLst/>
              <a:gdLst/>
              <a:ahLst/>
              <a:cxnLst/>
              <a:rect r="r" b="b" t="t" l="l"/>
              <a:pathLst>
                <a:path h="9960784" w="19644880">
                  <a:moveTo>
                    <a:pt x="19500100" y="9816005"/>
                  </a:moveTo>
                  <a:lnTo>
                    <a:pt x="19644880" y="9816005"/>
                  </a:lnTo>
                  <a:lnTo>
                    <a:pt x="19644880" y="9960784"/>
                  </a:lnTo>
                  <a:lnTo>
                    <a:pt x="19500100" y="9960784"/>
                  </a:lnTo>
                  <a:lnTo>
                    <a:pt x="19500100" y="9816005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9816005"/>
                  </a:lnTo>
                  <a:lnTo>
                    <a:pt x="0" y="9816005"/>
                  </a:lnTo>
                  <a:lnTo>
                    <a:pt x="0" y="144780"/>
                  </a:lnTo>
                  <a:close/>
                  <a:moveTo>
                    <a:pt x="0" y="9816005"/>
                  </a:moveTo>
                  <a:lnTo>
                    <a:pt x="144780" y="9816005"/>
                  </a:lnTo>
                  <a:lnTo>
                    <a:pt x="144780" y="9960784"/>
                  </a:lnTo>
                  <a:lnTo>
                    <a:pt x="0" y="9960784"/>
                  </a:lnTo>
                  <a:lnTo>
                    <a:pt x="0" y="9816005"/>
                  </a:lnTo>
                  <a:close/>
                  <a:moveTo>
                    <a:pt x="19500100" y="144780"/>
                  </a:moveTo>
                  <a:lnTo>
                    <a:pt x="19644880" y="144780"/>
                  </a:lnTo>
                  <a:lnTo>
                    <a:pt x="19644880" y="9816005"/>
                  </a:lnTo>
                  <a:lnTo>
                    <a:pt x="19500100" y="9816005"/>
                  </a:lnTo>
                  <a:lnTo>
                    <a:pt x="19500100" y="144780"/>
                  </a:lnTo>
                  <a:close/>
                  <a:moveTo>
                    <a:pt x="144780" y="9816005"/>
                  </a:moveTo>
                  <a:lnTo>
                    <a:pt x="19500100" y="9816005"/>
                  </a:lnTo>
                  <a:lnTo>
                    <a:pt x="19500100" y="9960784"/>
                  </a:lnTo>
                  <a:lnTo>
                    <a:pt x="144780" y="9960784"/>
                  </a:lnTo>
                  <a:lnTo>
                    <a:pt x="144780" y="9816005"/>
                  </a:lnTo>
                  <a:close/>
                  <a:moveTo>
                    <a:pt x="19500100" y="0"/>
                  </a:moveTo>
                  <a:lnTo>
                    <a:pt x="19644880" y="0"/>
                  </a:lnTo>
                  <a:lnTo>
                    <a:pt x="19644880" y="144780"/>
                  </a:lnTo>
                  <a:lnTo>
                    <a:pt x="19500100" y="144780"/>
                  </a:lnTo>
                  <a:lnTo>
                    <a:pt x="19500100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9500100" y="0"/>
                  </a:lnTo>
                  <a:lnTo>
                    <a:pt x="19500100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2028412" y="2710166"/>
            <a:ext cx="14231175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</a:t>
            </a:r>
            <a:r>
              <a:rPr lang="en-US" sz="3999" u="sng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internal</a:t>
            </a: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measurement of two straight lines, where the angle measures more than 0  but less than 90.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5400000">
            <a:off x="14032220" y="5923799"/>
            <a:ext cx="3688158" cy="3668041"/>
          </a:xfrm>
          <a:custGeom>
            <a:avLst/>
            <a:gdLst/>
            <a:ahLst/>
            <a:cxnLst/>
            <a:rect r="r" b="b" t="t" l="l"/>
            <a:pathLst>
              <a:path h="3668041" w="3688158">
                <a:moveTo>
                  <a:pt x="0" y="0"/>
                </a:moveTo>
                <a:lnTo>
                  <a:pt x="3688158" y="0"/>
                </a:lnTo>
                <a:lnTo>
                  <a:pt x="3688158" y="3668041"/>
                </a:lnTo>
                <a:lnTo>
                  <a:pt x="0" y="36680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378033" y="3607485"/>
            <a:ext cx="98631" cy="98631"/>
          </a:xfrm>
          <a:custGeom>
            <a:avLst/>
            <a:gdLst/>
            <a:ahLst/>
            <a:cxnLst/>
            <a:rect r="r" b="b" t="t" l="l"/>
            <a:pathLst>
              <a:path h="98631" w="98631">
                <a:moveTo>
                  <a:pt x="0" y="0"/>
                </a:moveTo>
                <a:lnTo>
                  <a:pt x="98631" y="0"/>
                </a:lnTo>
                <a:lnTo>
                  <a:pt x="98631" y="98631"/>
                </a:lnTo>
                <a:lnTo>
                  <a:pt x="0" y="986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42120" y="3607485"/>
            <a:ext cx="98631" cy="98631"/>
          </a:xfrm>
          <a:custGeom>
            <a:avLst/>
            <a:gdLst/>
            <a:ahLst/>
            <a:cxnLst/>
            <a:rect r="r" b="b" t="t" l="l"/>
            <a:pathLst>
              <a:path h="98631" w="98631">
                <a:moveTo>
                  <a:pt x="0" y="0"/>
                </a:moveTo>
                <a:lnTo>
                  <a:pt x="98631" y="0"/>
                </a:lnTo>
                <a:lnTo>
                  <a:pt x="98631" y="98631"/>
                </a:lnTo>
                <a:lnTo>
                  <a:pt x="0" y="986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075638" y="5098901"/>
            <a:ext cx="3968438" cy="2956486"/>
          </a:xfrm>
          <a:custGeom>
            <a:avLst/>
            <a:gdLst/>
            <a:ahLst/>
            <a:cxnLst/>
            <a:rect r="r" b="b" t="t" l="l"/>
            <a:pathLst>
              <a:path h="2956486" w="3968438">
                <a:moveTo>
                  <a:pt x="0" y="0"/>
                </a:moveTo>
                <a:lnTo>
                  <a:pt x="3968438" y="0"/>
                </a:lnTo>
                <a:lnTo>
                  <a:pt x="3968438" y="2956486"/>
                </a:lnTo>
                <a:lnTo>
                  <a:pt x="0" y="29564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836070" y="4929969"/>
            <a:ext cx="3446361" cy="3125418"/>
          </a:xfrm>
          <a:custGeom>
            <a:avLst/>
            <a:gdLst/>
            <a:ahLst/>
            <a:cxnLst/>
            <a:rect r="r" b="b" t="t" l="l"/>
            <a:pathLst>
              <a:path h="3125418" w="3446361">
                <a:moveTo>
                  <a:pt x="0" y="0"/>
                </a:moveTo>
                <a:lnTo>
                  <a:pt x="3446361" y="0"/>
                </a:lnTo>
                <a:lnTo>
                  <a:pt x="3446361" y="3125418"/>
                </a:lnTo>
                <a:lnTo>
                  <a:pt x="0" y="31254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720939" y="4929969"/>
            <a:ext cx="3213798" cy="3125418"/>
          </a:xfrm>
          <a:custGeom>
            <a:avLst/>
            <a:gdLst/>
            <a:ahLst/>
            <a:cxnLst/>
            <a:rect r="r" b="b" t="t" l="l"/>
            <a:pathLst>
              <a:path h="3125418" w="3213798">
                <a:moveTo>
                  <a:pt x="0" y="0"/>
                </a:moveTo>
                <a:lnTo>
                  <a:pt x="3213798" y="0"/>
                </a:lnTo>
                <a:lnTo>
                  <a:pt x="3213798" y="3125418"/>
                </a:lnTo>
                <a:lnTo>
                  <a:pt x="0" y="31254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3337810" y="612027"/>
            <a:ext cx="11612380" cy="1357885"/>
            <a:chOff x="0" y="0"/>
            <a:chExt cx="22656669" cy="26493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72390" y="72390"/>
              <a:ext cx="22511889" cy="2504561"/>
            </a:xfrm>
            <a:custGeom>
              <a:avLst/>
              <a:gdLst/>
              <a:ahLst/>
              <a:cxnLst/>
              <a:rect r="r" b="b" t="t" l="l"/>
              <a:pathLst>
                <a:path h="2504561" w="22511889">
                  <a:moveTo>
                    <a:pt x="0" y="0"/>
                  </a:moveTo>
                  <a:lnTo>
                    <a:pt x="22511889" y="0"/>
                  </a:lnTo>
                  <a:lnTo>
                    <a:pt x="22511889" y="2504561"/>
                  </a:lnTo>
                  <a:lnTo>
                    <a:pt x="0" y="25045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E5E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656668" cy="2649341"/>
            </a:xfrm>
            <a:custGeom>
              <a:avLst/>
              <a:gdLst/>
              <a:ahLst/>
              <a:cxnLst/>
              <a:rect r="r" b="b" t="t" l="l"/>
              <a:pathLst>
                <a:path h="2649341" w="22656668">
                  <a:moveTo>
                    <a:pt x="22511889" y="2504561"/>
                  </a:moveTo>
                  <a:lnTo>
                    <a:pt x="22656668" y="2504561"/>
                  </a:lnTo>
                  <a:lnTo>
                    <a:pt x="22656668" y="2649341"/>
                  </a:lnTo>
                  <a:lnTo>
                    <a:pt x="22511889" y="2649341"/>
                  </a:lnTo>
                  <a:lnTo>
                    <a:pt x="22511889" y="250456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504561"/>
                  </a:lnTo>
                  <a:lnTo>
                    <a:pt x="0" y="2504561"/>
                  </a:lnTo>
                  <a:lnTo>
                    <a:pt x="0" y="144780"/>
                  </a:lnTo>
                  <a:close/>
                  <a:moveTo>
                    <a:pt x="0" y="2504561"/>
                  </a:moveTo>
                  <a:lnTo>
                    <a:pt x="144780" y="2504561"/>
                  </a:lnTo>
                  <a:lnTo>
                    <a:pt x="144780" y="2649341"/>
                  </a:lnTo>
                  <a:lnTo>
                    <a:pt x="0" y="2649341"/>
                  </a:lnTo>
                  <a:lnTo>
                    <a:pt x="0" y="2504561"/>
                  </a:lnTo>
                  <a:close/>
                  <a:moveTo>
                    <a:pt x="22511889" y="144780"/>
                  </a:moveTo>
                  <a:lnTo>
                    <a:pt x="22656668" y="144780"/>
                  </a:lnTo>
                  <a:lnTo>
                    <a:pt x="22656668" y="2504561"/>
                  </a:lnTo>
                  <a:lnTo>
                    <a:pt x="22511889" y="2504561"/>
                  </a:lnTo>
                  <a:lnTo>
                    <a:pt x="22511889" y="144780"/>
                  </a:lnTo>
                  <a:close/>
                  <a:moveTo>
                    <a:pt x="144780" y="2504561"/>
                  </a:moveTo>
                  <a:lnTo>
                    <a:pt x="22511889" y="2504561"/>
                  </a:lnTo>
                  <a:lnTo>
                    <a:pt x="22511889" y="2649341"/>
                  </a:lnTo>
                  <a:lnTo>
                    <a:pt x="144780" y="2649341"/>
                  </a:lnTo>
                  <a:lnTo>
                    <a:pt x="144780" y="2504561"/>
                  </a:lnTo>
                  <a:close/>
                  <a:moveTo>
                    <a:pt x="22511889" y="0"/>
                  </a:moveTo>
                  <a:lnTo>
                    <a:pt x="22656668" y="0"/>
                  </a:lnTo>
                  <a:lnTo>
                    <a:pt x="22656668" y="144780"/>
                  </a:lnTo>
                  <a:lnTo>
                    <a:pt x="22511889" y="144780"/>
                  </a:lnTo>
                  <a:lnTo>
                    <a:pt x="2251188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2511889" y="0"/>
                  </a:lnTo>
                  <a:lnTo>
                    <a:pt x="2251188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3405235" y="771856"/>
            <a:ext cx="11547599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spc="85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ACUTE ANGLES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EE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3734" y="1028700"/>
            <a:ext cx="16230600" cy="8229600"/>
            <a:chOff x="0" y="0"/>
            <a:chExt cx="19644880" cy="9960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9500101" cy="9816005"/>
            </a:xfrm>
            <a:custGeom>
              <a:avLst/>
              <a:gdLst/>
              <a:ahLst/>
              <a:cxnLst/>
              <a:rect r="r" b="b" t="t" l="l"/>
              <a:pathLst>
                <a:path h="9816005" w="19500101">
                  <a:moveTo>
                    <a:pt x="0" y="0"/>
                  </a:moveTo>
                  <a:lnTo>
                    <a:pt x="19500101" y="0"/>
                  </a:lnTo>
                  <a:lnTo>
                    <a:pt x="19500101" y="9816005"/>
                  </a:lnTo>
                  <a:lnTo>
                    <a:pt x="0" y="98160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644880" cy="9960784"/>
            </a:xfrm>
            <a:custGeom>
              <a:avLst/>
              <a:gdLst/>
              <a:ahLst/>
              <a:cxnLst/>
              <a:rect r="r" b="b" t="t" l="l"/>
              <a:pathLst>
                <a:path h="9960784" w="19644880">
                  <a:moveTo>
                    <a:pt x="19500100" y="9816005"/>
                  </a:moveTo>
                  <a:lnTo>
                    <a:pt x="19644880" y="9816005"/>
                  </a:lnTo>
                  <a:lnTo>
                    <a:pt x="19644880" y="9960784"/>
                  </a:lnTo>
                  <a:lnTo>
                    <a:pt x="19500100" y="9960784"/>
                  </a:lnTo>
                  <a:lnTo>
                    <a:pt x="19500100" y="9816005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9816005"/>
                  </a:lnTo>
                  <a:lnTo>
                    <a:pt x="0" y="9816005"/>
                  </a:lnTo>
                  <a:lnTo>
                    <a:pt x="0" y="144780"/>
                  </a:lnTo>
                  <a:close/>
                  <a:moveTo>
                    <a:pt x="0" y="9816005"/>
                  </a:moveTo>
                  <a:lnTo>
                    <a:pt x="144780" y="9816005"/>
                  </a:lnTo>
                  <a:lnTo>
                    <a:pt x="144780" y="9960784"/>
                  </a:lnTo>
                  <a:lnTo>
                    <a:pt x="0" y="9960784"/>
                  </a:lnTo>
                  <a:lnTo>
                    <a:pt x="0" y="9816005"/>
                  </a:lnTo>
                  <a:close/>
                  <a:moveTo>
                    <a:pt x="19500100" y="144780"/>
                  </a:moveTo>
                  <a:lnTo>
                    <a:pt x="19644880" y="144780"/>
                  </a:lnTo>
                  <a:lnTo>
                    <a:pt x="19644880" y="9816005"/>
                  </a:lnTo>
                  <a:lnTo>
                    <a:pt x="19500100" y="9816005"/>
                  </a:lnTo>
                  <a:lnTo>
                    <a:pt x="19500100" y="144780"/>
                  </a:lnTo>
                  <a:close/>
                  <a:moveTo>
                    <a:pt x="144780" y="9816005"/>
                  </a:moveTo>
                  <a:lnTo>
                    <a:pt x="19500100" y="9816005"/>
                  </a:lnTo>
                  <a:lnTo>
                    <a:pt x="19500100" y="9960784"/>
                  </a:lnTo>
                  <a:lnTo>
                    <a:pt x="144780" y="9960784"/>
                  </a:lnTo>
                  <a:lnTo>
                    <a:pt x="144780" y="9816005"/>
                  </a:lnTo>
                  <a:close/>
                  <a:moveTo>
                    <a:pt x="19500100" y="0"/>
                  </a:moveTo>
                  <a:lnTo>
                    <a:pt x="19644880" y="0"/>
                  </a:lnTo>
                  <a:lnTo>
                    <a:pt x="19644880" y="144780"/>
                  </a:lnTo>
                  <a:lnTo>
                    <a:pt x="19500100" y="144780"/>
                  </a:lnTo>
                  <a:lnTo>
                    <a:pt x="19500100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9500100" y="0"/>
                  </a:lnTo>
                  <a:lnTo>
                    <a:pt x="19500100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-5400000">
            <a:off x="13988605" y="6076412"/>
            <a:ext cx="3757160" cy="3736667"/>
          </a:xfrm>
          <a:custGeom>
            <a:avLst/>
            <a:gdLst/>
            <a:ahLst/>
            <a:cxnLst/>
            <a:rect r="r" b="b" t="t" l="l"/>
            <a:pathLst>
              <a:path h="3736667" w="3757160">
                <a:moveTo>
                  <a:pt x="0" y="0"/>
                </a:moveTo>
                <a:lnTo>
                  <a:pt x="3757160" y="0"/>
                </a:lnTo>
                <a:lnTo>
                  <a:pt x="3757160" y="3736667"/>
                </a:lnTo>
                <a:lnTo>
                  <a:pt x="0" y="373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361606" y="3279124"/>
            <a:ext cx="98631" cy="98631"/>
          </a:xfrm>
          <a:custGeom>
            <a:avLst/>
            <a:gdLst/>
            <a:ahLst/>
            <a:cxnLst/>
            <a:rect r="r" b="b" t="t" l="l"/>
            <a:pathLst>
              <a:path h="98631" w="98631">
                <a:moveTo>
                  <a:pt x="0" y="0"/>
                </a:moveTo>
                <a:lnTo>
                  <a:pt x="98631" y="0"/>
                </a:lnTo>
                <a:lnTo>
                  <a:pt x="98631" y="98631"/>
                </a:lnTo>
                <a:lnTo>
                  <a:pt x="0" y="986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59018" y="4622159"/>
            <a:ext cx="2963903" cy="2980669"/>
          </a:xfrm>
          <a:custGeom>
            <a:avLst/>
            <a:gdLst/>
            <a:ahLst/>
            <a:cxnLst/>
            <a:rect r="r" b="b" t="t" l="l"/>
            <a:pathLst>
              <a:path h="2980669" w="2963903">
                <a:moveTo>
                  <a:pt x="0" y="0"/>
                </a:moveTo>
                <a:lnTo>
                  <a:pt x="2963903" y="0"/>
                </a:lnTo>
                <a:lnTo>
                  <a:pt x="2963903" y="2980669"/>
                </a:lnTo>
                <a:lnTo>
                  <a:pt x="0" y="29806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78863" y="2752879"/>
            <a:ext cx="4860243" cy="5877845"/>
          </a:xfrm>
          <a:custGeom>
            <a:avLst/>
            <a:gdLst/>
            <a:ahLst/>
            <a:cxnLst/>
            <a:rect r="r" b="b" t="t" l="l"/>
            <a:pathLst>
              <a:path h="5877845" w="4860243">
                <a:moveTo>
                  <a:pt x="0" y="0"/>
                </a:moveTo>
                <a:lnTo>
                  <a:pt x="4860242" y="0"/>
                </a:lnTo>
                <a:lnTo>
                  <a:pt x="4860242" y="5877845"/>
                </a:lnTo>
                <a:lnTo>
                  <a:pt x="0" y="58778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28412" y="3066409"/>
            <a:ext cx="14231175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right angle is equal to 90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337810" y="612027"/>
            <a:ext cx="11612380" cy="1357885"/>
            <a:chOff x="0" y="0"/>
            <a:chExt cx="22656669" cy="26493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72390" y="72390"/>
              <a:ext cx="22511889" cy="2504561"/>
            </a:xfrm>
            <a:custGeom>
              <a:avLst/>
              <a:gdLst/>
              <a:ahLst/>
              <a:cxnLst/>
              <a:rect r="r" b="b" t="t" l="l"/>
              <a:pathLst>
                <a:path h="2504561" w="22511889">
                  <a:moveTo>
                    <a:pt x="0" y="0"/>
                  </a:moveTo>
                  <a:lnTo>
                    <a:pt x="22511889" y="0"/>
                  </a:lnTo>
                  <a:lnTo>
                    <a:pt x="22511889" y="2504561"/>
                  </a:lnTo>
                  <a:lnTo>
                    <a:pt x="0" y="25045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C8B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656668" cy="2649341"/>
            </a:xfrm>
            <a:custGeom>
              <a:avLst/>
              <a:gdLst/>
              <a:ahLst/>
              <a:cxnLst/>
              <a:rect r="r" b="b" t="t" l="l"/>
              <a:pathLst>
                <a:path h="2649341" w="22656668">
                  <a:moveTo>
                    <a:pt x="22511889" y="2504561"/>
                  </a:moveTo>
                  <a:lnTo>
                    <a:pt x="22656668" y="2504561"/>
                  </a:lnTo>
                  <a:lnTo>
                    <a:pt x="22656668" y="2649341"/>
                  </a:lnTo>
                  <a:lnTo>
                    <a:pt x="22511889" y="2649341"/>
                  </a:lnTo>
                  <a:lnTo>
                    <a:pt x="22511889" y="250456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504561"/>
                  </a:lnTo>
                  <a:lnTo>
                    <a:pt x="0" y="2504561"/>
                  </a:lnTo>
                  <a:lnTo>
                    <a:pt x="0" y="144780"/>
                  </a:lnTo>
                  <a:close/>
                  <a:moveTo>
                    <a:pt x="0" y="2504561"/>
                  </a:moveTo>
                  <a:lnTo>
                    <a:pt x="144780" y="2504561"/>
                  </a:lnTo>
                  <a:lnTo>
                    <a:pt x="144780" y="2649341"/>
                  </a:lnTo>
                  <a:lnTo>
                    <a:pt x="0" y="2649341"/>
                  </a:lnTo>
                  <a:lnTo>
                    <a:pt x="0" y="2504561"/>
                  </a:lnTo>
                  <a:close/>
                  <a:moveTo>
                    <a:pt x="22511889" y="144780"/>
                  </a:moveTo>
                  <a:lnTo>
                    <a:pt x="22656668" y="144780"/>
                  </a:lnTo>
                  <a:lnTo>
                    <a:pt x="22656668" y="2504561"/>
                  </a:lnTo>
                  <a:lnTo>
                    <a:pt x="22511889" y="2504561"/>
                  </a:lnTo>
                  <a:lnTo>
                    <a:pt x="22511889" y="144780"/>
                  </a:lnTo>
                  <a:close/>
                  <a:moveTo>
                    <a:pt x="144780" y="2504561"/>
                  </a:moveTo>
                  <a:lnTo>
                    <a:pt x="22511889" y="2504561"/>
                  </a:lnTo>
                  <a:lnTo>
                    <a:pt x="22511889" y="2649341"/>
                  </a:lnTo>
                  <a:lnTo>
                    <a:pt x="144780" y="2649341"/>
                  </a:lnTo>
                  <a:lnTo>
                    <a:pt x="144780" y="2504561"/>
                  </a:lnTo>
                  <a:close/>
                  <a:moveTo>
                    <a:pt x="22511889" y="0"/>
                  </a:moveTo>
                  <a:lnTo>
                    <a:pt x="22656668" y="0"/>
                  </a:lnTo>
                  <a:lnTo>
                    <a:pt x="22656668" y="144780"/>
                  </a:lnTo>
                  <a:lnTo>
                    <a:pt x="22511889" y="144780"/>
                  </a:lnTo>
                  <a:lnTo>
                    <a:pt x="2251188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2511889" y="0"/>
                  </a:lnTo>
                  <a:lnTo>
                    <a:pt x="2251188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337810" y="762331"/>
            <a:ext cx="11547599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spc="85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RIGHT ANGLES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AC8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3734" y="1028700"/>
            <a:ext cx="16230600" cy="8229600"/>
            <a:chOff x="0" y="0"/>
            <a:chExt cx="19644880" cy="9960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9500101" cy="9816005"/>
            </a:xfrm>
            <a:custGeom>
              <a:avLst/>
              <a:gdLst/>
              <a:ahLst/>
              <a:cxnLst/>
              <a:rect r="r" b="b" t="t" l="l"/>
              <a:pathLst>
                <a:path h="9816005" w="19500101">
                  <a:moveTo>
                    <a:pt x="0" y="0"/>
                  </a:moveTo>
                  <a:lnTo>
                    <a:pt x="19500101" y="0"/>
                  </a:lnTo>
                  <a:lnTo>
                    <a:pt x="19500101" y="9816005"/>
                  </a:lnTo>
                  <a:lnTo>
                    <a:pt x="0" y="98160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644880" cy="9960784"/>
            </a:xfrm>
            <a:custGeom>
              <a:avLst/>
              <a:gdLst/>
              <a:ahLst/>
              <a:cxnLst/>
              <a:rect r="r" b="b" t="t" l="l"/>
              <a:pathLst>
                <a:path h="9960784" w="19644880">
                  <a:moveTo>
                    <a:pt x="19500100" y="9816005"/>
                  </a:moveTo>
                  <a:lnTo>
                    <a:pt x="19644880" y="9816005"/>
                  </a:lnTo>
                  <a:lnTo>
                    <a:pt x="19644880" y="9960784"/>
                  </a:lnTo>
                  <a:lnTo>
                    <a:pt x="19500100" y="9960784"/>
                  </a:lnTo>
                  <a:lnTo>
                    <a:pt x="19500100" y="9816005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9816005"/>
                  </a:lnTo>
                  <a:lnTo>
                    <a:pt x="0" y="9816005"/>
                  </a:lnTo>
                  <a:lnTo>
                    <a:pt x="0" y="144780"/>
                  </a:lnTo>
                  <a:close/>
                  <a:moveTo>
                    <a:pt x="0" y="9816005"/>
                  </a:moveTo>
                  <a:lnTo>
                    <a:pt x="144780" y="9816005"/>
                  </a:lnTo>
                  <a:lnTo>
                    <a:pt x="144780" y="9960784"/>
                  </a:lnTo>
                  <a:lnTo>
                    <a:pt x="0" y="9960784"/>
                  </a:lnTo>
                  <a:lnTo>
                    <a:pt x="0" y="9816005"/>
                  </a:lnTo>
                  <a:close/>
                  <a:moveTo>
                    <a:pt x="19500100" y="144780"/>
                  </a:moveTo>
                  <a:lnTo>
                    <a:pt x="19644880" y="144780"/>
                  </a:lnTo>
                  <a:lnTo>
                    <a:pt x="19644880" y="9816005"/>
                  </a:lnTo>
                  <a:lnTo>
                    <a:pt x="19500100" y="9816005"/>
                  </a:lnTo>
                  <a:lnTo>
                    <a:pt x="19500100" y="144780"/>
                  </a:lnTo>
                  <a:close/>
                  <a:moveTo>
                    <a:pt x="144780" y="9816005"/>
                  </a:moveTo>
                  <a:lnTo>
                    <a:pt x="19500100" y="9816005"/>
                  </a:lnTo>
                  <a:lnTo>
                    <a:pt x="19500100" y="9960784"/>
                  </a:lnTo>
                  <a:lnTo>
                    <a:pt x="144780" y="9960784"/>
                  </a:lnTo>
                  <a:lnTo>
                    <a:pt x="144780" y="9816005"/>
                  </a:lnTo>
                  <a:close/>
                  <a:moveTo>
                    <a:pt x="19500100" y="0"/>
                  </a:moveTo>
                  <a:lnTo>
                    <a:pt x="19644880" y="0"/>
                  </a:lnTo>
                  <a:lnTo>
                    <a:pt x="19644880" y="144780"/>
                  </a:lnTo>
                  <a:lnTo>
                    <a:pt x="19500100" y="144780"/>
                  </a:lnTo>
                  <a:lnTo>
                    <a:pt x="19500100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9500100" y="0"/>
                  </a:lnTo>
                  <a:lnTo>
                    <a:pt x="19500100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-5400000">
            <a:off x="14110946" y="6198753"/>
            <a:ext cx="3634485" cy="3614660"/>
          </a:xfrm>
          <a:custGeom>
            <a:avLst/>
            <a:gdLst/>
            <a:ahLst/>
            <a:cxnLst/>
            <a:rect r="r" b="b" t="t" l="l"/>
            <a:pathLst>
              <a:path h="3614660" w="3634485">
                <a:moveTo>
                  <a:pt x="0" y="0"/>
                </a:moveTo>
                <a:lnTo>
                  <a:pt x="3634484" y="0"/>
                </a:lnTo>
                <a:lnTo>
                  <a:pt x="3634484" y="3614660"/>
                </a:lnTo>
                <a:lnTo>
                  <a:pt x="0" y="3614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466186" y="3847469"/>
            <a:ext cx="98631" cy="98631"/>
          </a:xfrm>
          <a:custGeom>
            <a:avLst/>
            <a:gdLst/>
            <a:ahLst/>
            <a:cxnLst/>
            <a:rect r="r" b="b" t="t" l="l"/>
            <a:pathLst>
              <a:path h="98631" w="98631">
                <a:moveTo>
                  <a:pt x="0" y="0"/>
                </a:moveTo>
                <a:lnTo>
                  <a:pt x="98631" y="0"/>
                </a:lnTo>
                <a:lnTo>
                  <a:pt x="98631" y="98631"/>
                </a:lnTo>
                <a:lnTo>
                  <a:pt x="0" y="986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17800" y="3847469"/>
            <a:ext cx="98631" cy="98631"/>
          </a:xfrm>
          <a:custGeom>
            <a:avLst/>
            <a:gdLst/>
            <a:ahLst/>
            <a:cxnLst/>
            <a:rect r="r" b="b" t="t" l="l"/>
            <a:pathLst>
              <a:path h="98631" w="98631">
                <a:moveTo>
                  <a:pt x="0" y="0"/>
                </a:moveTo>
                <a:lnTo>
                  <a:pt x="98631" y="0"/>
                </a:lnTo>
                <a:lnTo>
                  <a:pt x="98631" y="98631"/>
                </a:lnTo>
                <a:lnTo>
                  <a:pt x="0" y="986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28412" y="2943950"/>
            <a:ext cx="14231175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</a:t>
            </a:r>
            <a:r>
              <a:rPr lang="en-US" sz="3999" u="sng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internal</a:t>
            </a: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measurement of two straight lines, where the angle measures more than 90  but less than 180.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802105" y="5742766"/>
            <a:ext cx="6367195" cy="1973831"/>
          </a:xfrm>
          <a:custGeom>
            <a:avLst/>
            <a:gdLst/>
            <a:ahLst/>
            <a:cxnLst/>
            <a:rect r="r" b="b" t="t" l="l"/>
            <a:pathLst>
              <a:path h="1973831" w="6367195">
                <a:moveTo>
                  <a:pt x="0" y="0"/>
                </a:moveTo>
                <a:lnTo>
                  <a:pt x="6367196" y="0"/>
                </a:lnTo>
                <a:lnTo>
                  <a:pt x="6367196" y="1973830"/>
                </a:lnTo>
                <a:lnTo>
                  <a:pt x="0" y="19738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703505" y="5143500"/>
            <a:ext cx="4112841" cy="2573096"/>
          </a:xfrm>
          <a:custGeom>
            <a:avLst/>
            <a:gdLst/>
            <a:ahLst/>
            <a:cxnLst/>
            <a:rect r="r" b="b" t="t" l="l"/>
            <a:pathLst>
              <a:path h="2573096" w="4112841">
                <a:moveTo>
                  <a:pt x="0" y="0"/>
                </a:moveTo>
                <a:lnTo>
                  <a:pt x="4112842" y="0"/>
                </a:lnTo>
                <a:lnTo>
                  <a:pt x="4112842" y="2573096"/>
                </a:lnTo>
                <a:lnTo>
                  <a:pt x="0" y="25730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337810" y="612027"/>
            <a:ext cx="11612380" cy="1357885"/>
            <a:chOff x="0" y="0"/>
            <a:chExt cx="22656669" cy="26493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72390" y="72390"/>
              <a:ext cx="22511889" cy="2504561"/>
            </a:xfrm>
            <a:custGeom>
              <a:avLst/>
              <a:gdLst/>
              <a:ahLst/>
              <a:cxnLst/>
              <a:rect r="r" b="b" t="t" l="l"/>
              <a:pathLst>
                <a:path h="2504561" w="22511889">
                  <a:moveTo>
                    <a:pt x="0" y="0"/>
                  </a:moveTo>
                  <a:lnTo>
                    <a:pt x="22511889" y="0"/>
                  </a:lnTo>
                  <a:lnTo>
                    <a:pt x="22511889" y="2504561"/>
                  </a:lnTo>
                  <a:lnTo>
                    <a:pt x="0" y="25045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ACA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656668" cy="2649341"/>
            </a:xfrm>
            <a:custGeom>
              <a:avLst/>
              <a:gdLst/>
              <a:ahLst/>
              <a:cxnLst/>
              <a:rect r="r" b="b" t="t" l="l"/>
              <a:pathLst>
                <a:path h="2649341" w="22656668">
                  <a:moveTo>
                    <a:pt x="22511889" y="2504561"/>
                  </a:moveTo>
                  <a:lnTo>
                    <a:pt x="22656668" y="2504561"/>
                  </a:lnTo>
                  <a:lnTo>
                    <a:pt x="22656668" y="2649341"/>
                  </a:lnTo>
                  <a:lnTo>
                    <a:pt x="22511889" y="2649341"/>
                  </a:lnTo>
                  <a:lnTo>
                    <a:pt x="22511889" y="250456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504561"/>
                  </a:lnTo>
                  <a:lnTo>
                    <a:pt x="0" y="2504561"/>
                  </a:lnTo>
                  <a:lnTo>
                    <a:pt x="0" y="144780"/>
                  </a:lnTo>
                  <a:close/>
                  <a:moveTo>
                    <a:pt x="0" y="2504561"/>
                  </a:moveTo>
                  <a:lnTo>
                    <a:pt x="144780" y="2504561"/>
                  </a:lnTo>
                  <a:lnTo>
                    <a:pt x="144780" y="2649341"/>
                  </a:lnTo>
                  <a:lnTo>
                    <a:pt x="0" y="2649341"/>
                  </a:lnTo>
                  <a:lnTo>
                    <a:pt x="0" y="2504561"/>
                  </a:lnTo>
                  <a:close/>
                  <a:moveTo>
                    <a:pt x="22511889" y="144780"/>
                  </a:moveTo>
                  <a:lnTo>
                    <a:pt x="22656668" y="144780"/>
                  </a:lnTo>
                  <a:lnTo>
                    <a:pt x="22656668" y="2504561"/>
                  </a:lnTo>
                  <a:lnTo>
                    <a:pt x="22511889" y="2504561"/>
                  </a:lnTo>
                  <a:lnTo>
                    <a:pt x="22511889" y="144780"/>
                  </a:lnTo>
                  <a:close/>
                  <a:moveTo>
                    <a:pt x="144780" y="2504561"/>
                  </a:moveTo>
                  <a:lnTo>
                    <a:pt x="22511889" y="2504561"/>
                  </a:lnTo>
                  <a:lnTo>
                    <a:pt x="22511889" y="2649341"/>
                  </a:lnTo>
                  <a:lnTo>
                    <a:pt x="144780" y="2649341"/>
                  </a:lnTo>
                  <a:lnTo>
                    <a:pt x="144780" y="2504561"/>
                  </a:lnTo>
                  <a:close/>
                  <a:moveTo>
                    <a:pt x="22511889" y="0"/>
                  </a:moveTo>
                  <a:lnTo>
                    <a:pt x="22656668" y="0"/>
                  </a:lnTo>
                  <a:lnTo>
                    <a:pt x="22656668" y="144780"/>
                  </a:lnTo>
                  <a:lnTo>
                    <a:pt x="22511889" y="144780"/>
                  </a:lnTo>
                  <a:lnTo>
                    <a:pt x="2251188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2511889" y="0"/>
                  </a:lnTo>
                  <a:lnTo>
                    <a:pt x="2251188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3337810" y="781381"/>
            <a:ext cx="11547599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spc="85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OBTUSE ANGLES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AC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3734" y="1028700"/>
            <a:ext cx="16230600" cy="8229600"/>
            <a:chOff x="0" y="0"/>
            <a:chExt cx="19644880" cy="9960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9500101" cy="9816005"/>
            </a:xfrm>
            <a:custGeom>
              <a:avLst/>
              <a:gdLst/>
              <a:ahLst/>
              <a:cxnLst/>
              <a:rect r="r" b="b" t="t" l="l"/>
              <a:pathLst>
                <a:path h="9816005" w="19500101">
                  <a:moveTo>
                    <a:pt x="0" y="0"/>
                  </a:moveTo>
                  <a:lnTo>
                    <a:pt x="19500101" y="0"/>
                  </a:lnTo>
                  <a:lnTo>
                    <a:pt x="19500101" y="9816005"/>
                  </a:lnTo>
                  <a:lnTo>
                    <a:pt x="0" y="98160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644880" cy="9960784"/>
            </a:xfrm>
            <a:custGeom>
              <a:avLst/>
              <a:gdLst/>
              <a:ahLst/>
              <a:cxnLst/>
              <a:rect r="r" b="b" t="t" l="l"/>
              <a:pathLst>
                <a:path h="9960784" w="19644880">
                  <a:moveTo>
                    <a:pt x="19500100" y="9816005"/>
                  </a:moveTo>
                  <a:lnTo>
                    <a:pt x="19644880" y="9816005"/>
                  </a:lnTo>
                  <a:lnTo>
                    <a:pt x="19644880" y="9960784"/>
                  </a:lnTo>
                  <a:lnTo>
                    <a:pt x="19500100" y="9960784"/>
                  </a:lnTo>
                  <a:lnTo>
                    <a:pt x="19500100" y="9816005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9816005"/>
                  </a:lnTo>
                  <a:lnTo>
                    <a:pt x="0" y="9816005"/>
                  </a:lnTo>
                  <a:lnTo>
                    <a:pt x="0" y="144780"/>
                  </a:lnTo>
                  <a:close/>
                  <a:moveTo>
                    <a:pt x="0" y="9816005"/>
                  </a:moveTo>
                  <a:lnTo>
                    <a:pt x="144780" y="9816005"/>
                  </a:lnTo>
                  <a:lnTo>
                    <a:pt x="144780" y="9960784"/>
                  </a:lnTo>
                  <a:lnTo>
                    <a:pt x="0" y="9960784"/>
                  </a:lnTo>
                  <a:lnTo>
                    <a:pt x="0" y="9816005"/>
                  </a:lnTo>
                  <a:close/>
                  <a:moveTo>
                    <a:pt x="19500100" y="144780"/>
                  </a:moveTo>
                  <a:lnTo>
                    <a:pt x="19644880" y="144780"/>
                  </a:lnTo>
                  <a:lnTo>
                    <a:pt x="19644880" y="9816005"/>
                  </a:lnTo>
                  <a:lnTo>
                    <a:pt x="19500100" y="9816005"/>
                  </a:lnTo>
                  <a:lnTo>
                    <a:pt x="19500100" y="144780"/>
                  </a:lnTo>
                  <a:close/>
                  <a:moveTo>
                    <a:pt x="144780" y="9816005"/>
                  </a:moveTo>
                  <a:lnTo>
                    <a:pt x="19500100" y="9816005"/>
                  </a:lnTo>
                  <a:lnTo>
                    <a:pt x="19500100" y="9960784"/>
                  </a:lnTo>
                  <a:lnTo>
                    <a:pt x="144780" y="9960784"/>
                  </a:lnTo>
                  <a:lnTo>
                    <a:pt x="144780" y="9816005"/>
                  </a:lnTo>
                  <a:close/>
                  <a:moveTo>
                    <a:pt x="19500100" y="0"/>
                  </a:moveTo>
                  <a:lnTo>
                    <a:pt x="19644880" y="0"/>
                  </a:lnTo>
                  <a:lnTo>
                    <a:pt x="19644880" y="144780"/>
                  </a:lnTo>
                  <a:lnTo>
                    <a:pt x="19500100" y="144780"/>
                  </a:lnTo>
                  <a:lnTo>
                    <a:pt x="19500100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9500100" y="0"/>
                  </a:lnTo>
                  <a:lnTo>
                    <a:pt x="19500100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-5400000">
            <a:off x="13638919" y="5726727"/>
            <a:ext cx="4107802" cy="4085396"/>
          </a:xfrm>
          <a:custGeom>
            <a:avLst/>
            <a:gdLst/>
            <a:ahLst/>
            <a:cxnLst/>
            <a:rect r="r" b="b" t="t" l="l"/>
            <a:pathLst>
              <a:path h="4085396" w="4107802">
                <a:moveTo>
                  <a:pt x="0" y="0"/>
                </a:moveTo>
                <a:lnTo>
                  <a:pt x="4107802" y="0"/>
                </a:lnTo>
                <a:lnTo>
                  <a:pt x="4107802" y="4085396"/>
                </a:lnTo>
                <a:lnTo>
                  <a:pt x="0" y="4085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946673" y="3132582"/>
            <a:ext cx="98631" cy="98631"/>
          </a:xfrm>
          <a:custGeom>
            <a:avLst/>
            <a:gdLst/>
            <a:ahLst/>
            <a:cxnLst/>
            <a:rect r="r" b="b" t="t" l="l"/>
            <a:pathLst>
              <a:path h="98631" w="98631">
                <a:moveTo>
                  <a:pt x="0" y="0"/>
                </a:moveTo>
                <a:lnTo>
                  <a:pt x="98631" y="0"/>
                </a:lnTo>
                <a:lnTo>
                  <a:pt x="98631" y="98631"/>
                </a:lnTo>
                <a:lnTo>
                  <a:pt x="0" y="986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998342" y="4056569"/>
            <a:ext cx="6287064" cy="4224121"/>
          </a:xfrm>
          <a:custGeom>
            <a:avLst/>
            <a:gdLst/>
            <a:ahLst/>
            <a:cxnLst/>
            <a:rect r="r" b="b" t="t" l="l"/>
            <a:pathLst>
              <a:path h="4224121" w="6287064">
                <a:moveTo>
                  <a:pt x="0" y="0"/>
                </a:moveTo>
                <a:lnTo>
                  <a:pt x="6287064" y="0"/>
                </a:lnTo>
                <a:lnTo>
                  <a:pt x="6287064" y="4224121"/>
                </a:lnTo>
                <a:lnTo>
                  <a:pt x="0" y="42241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63447" y="2901013"/>
            <a:ext cx="14231175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straight angle is equal to 180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337810" y="612027"/>
            <a:ext cx="11612380" cy="1357885"/>
            <a:chOff x="0" y="0"/>
            <a:chExt cx="22656669" cy="26493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2390" y="72390"/>
              <a:ext cx="22511889" cy="2504561"/>
            </a:xfrm>
            <a:custGeom>
              <a:avLst/>
              <a:gdLst/>
              <a:ahLst/>
              <a:cxnLst/>
              <a:rect r="r" b="b" t="t" l="l"/>
              <a:pathLst>
                <a:path h="2504561" w="22511889">
                  <a:moveTo>
                    <a:pt x="0" y="0"/>
                  </a:moveTo>
                  <a:lnTo>
                    <a:pt x="22511889" y="0"/>
                  </a:lnTo>
                  <a:lnTo>
                    <a:pt x="22511889" y="2504561"/>
                  </a:lnTo>
                  <a:lnTo>
                    <a:pt x="0" y="25045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DFA3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656668" cy="2649341"/>
            </a:xfrm>
            <a:custGeom>
              <a:avLst/>
              <a:gdLst/>
              <a:ahLst/>
              <a:cxnLst/>
              <a:rect r="r" b="b" t="t" l="l"/>
              <a:pathLst>
                <a:path h="2649341" w="22656668">
                  <a:moveTo>
                    <a:pt x="22511889" y="2504561"/>
                  </a:moveTo>
                  <a:lnTo>
                    <a:pt x="22656668" y="2504561"/>
                  </a:lnTo>
                  <a:lnTo>
                    <a:pt x="22656668" y="2649341"/>
                  </a:lnTo>
                  <a:lnTo>
                    <a:pt x="22511889" y="2649341"/>
                  </a:lnTo>
                  <a:lnTo>
                    <a:pt x="22511889" y="250456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504561"/>
                  </a:lnTo>
                  <a:lnTo>
                    <a:pt x="0" y="2504561"/>
                  </a:lnTo>
                  <a:lnTo>
                    <a:pt x="0" y="144780"/>
                  </a:lnTo>
                  <a:close/>
                  <a:moveTo>
                    <a:pt x="0" y="2504561"/>
                  </a:moveTo>
                  <a:lnTo>
                    <a:pt x="144780" y="2504561"/>
                  </a:lnTo>
                  <a:lnTo>
                    <a:pt x="144780" y="2649341"/>
                  </a:lnTo>
                  <a:lnTo>
                    <a:pt x="0" y="2649341"/>
                  </a:lnTo>
                  <a:lnTo>
                    <a:pt x="0" y="2504561"/>
                  </a:lnTo>
                  <a:close/>
                  <a:moveTo>
                    <a:pt x="22511889" y="144780"/>
                  </a:moveTo>
                  <a:lnTo>
                    <a:pt x="22656668" y="144780"/>
                  </a:lnTo>
                  <a:lnTo>
                    <a:pt x="22656668" y="2504561"/>
                  </a:lnTo>
                  <a:lnTo>
                    <a:pt x="22511889" y="2504561"/>
                  </a:lnTo>
                  <a:lnTo>
                    <a:pt x="22511889" y="144780"/>
                  </a:lnTo>
                  <a:close/>
                  <a:moveTo>
                    <a:pt x="144780" y="2504561"/>
                  </a:moveTo>
                  <a:lnTo>
                    <a:pt x="22511889" y="2504561"/>
                  </a:lnTo>
                  <a:lnTo>
                    <a:pt x="22511889" y="2649341"/>
                  </a:lnTo>
                  <a:lnTo>
                    <a:pt x="144780" y="2649341"/>
                  </a:lnTo>
                  <a:lnTo>
                    <a:pt x="144780" y="2504561"/>
                  </a:lnTo>
                  <a:close/>
                  <a:moveTo>
                    <a:pt x="22511889" y="0"/>
                  </a:moveTo>
                  <a:lnTo>
                    <a:pt x="22656668" y="0"/>
                  </a:lnTo>
                  <a:lnTo>
                    <a:pt x="22656668" y="144780"/>
                  </a:lnTo>
                  <a:lnTo>
                    <a:pt x="22511889" y="144780"/>
                  </a:lnTo>
                  <a:lnTo>
                    <a:pt x="2251188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2511889" y="0"/>
                  </a:lnTo>
                  <a:lnTo>
                    <a:pt x="2251188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337810" y="781381"/>
            <a:ext cx="11547599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spc="85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STRAIGHT ANGLES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B0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3734" y="1028700"/>
            <a:ext cx="16230600" cy="8229600"/>
            <a:chOff x="0" y="0"/>
            <a:chExt cx="19644880" cy="9960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9500101" cy="9816005"/>
            </a:xfrm>
            <a:custGeom>
              <a:avLst/>
              <a:gdLst/>
              <a:ahLst/>
              <a:cxnLst/>
              <a:rect r="r" b="b" t="t" l="l"/>
              <a:pathLst>
                <a:path h="9816005" w="19500101">
                  <a:moveTo>
                    <a:pt x="0" y="0"/>
                  </a:moveTo>
                  <a:lnTo>
                    <a:pt x="19500101" y="0"/>
                  </a:lnTo>
                  <a:lnTo>
                    <a:pt x="19500101" y="9816005"/>
                  </a:lnTo>
                  <a:lnTo>
                    <a:pt x="0" y="98160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644880" cy="9960784"/>
            </a:xfrm>
            <a:custGeom>
              <a:avLst/>
              <a:gdLst/>
              <a:ahLst/>
              <a:cxnLst/>
              <a:rect r="r" b="b" t="t" l="l"/>
              <a:pathLst>
                <a:path h="9960784" w="19644880">
                  <a:moveTo>
                    <a:pt x="19500100" y="9816005"/>
                  </a:moveTo>
                  <a:lnTo>
                    <a:pt x="19644880" y="9816005"/>
                  </a:lnTo>
                  <a:lnTo>
                    <a:pt x="19644880" y="9960784"/>
                  </a:lnTo>
                  <a:lnTo>
                    <a:pt x="19500100" y="9960784"/>
                  </a:lnTo>
                  <a:lnTo>
                    <a:pt x="19500100" y="9816005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9816005"/>
                  </a:lnTo>
                  <a:lnTo>
                    <a:pt x="0" y="9816005"/>
                  </a:lnTo>
                  <a:lnTo>
                    <a:pt x="0" y="144780"/>
                  </a:lnTo>
                  <a:close/>
                  <a:moveTo>
                    <a:pt x="0" y="9816005"/>
                  </a:moveTo>
                  <a:lnTo>
                    <a:pt x="144780" y="9816005"/>
                  </a:lnTo>
                  <a:lnTo>
                    <a:pt x="144780" y="9960784"/>
                  </a:lnTo>
                  <a:lnTo>
                    <a:pt x="0" y="9960784"/>
                  </a:lnTo>
                  <a:lnTo>
                    <a:pt x="0" y="9816005"/>
                  </a:lnTo>
                  <a:close/>
                  <a:moveTo>
                    <a:pt x="19500100" y="144780"/>
                  </a:moveTo>
                  <a:lnTo>
                    <a:pt x="19644880" y="144780"/>
                  </a:lnTo>
                  <a:lnTo>
                    <a:pt x="19644880" y="9816005"/>
                  </a:lnTo>
                  <a:lnTo>
                    <a:pt x="19500100" y="9816005"/>
                  </a:lnTo>
                  <a:lnTo>
                    <a:pt x="19500100" y="144780"/>
                  </a:lnTo>
                  <a:close/>
                  <a:moveTo>
                    <a:pt x="144780" y="9816005"/>
                  </a:moveTo>
                  <a:lnTo>
                    <a:pt x="19500100" y="9816005"/>
                  </a:lnTo>
                  <a:lnTo>
                    <a:pt x="19500100" y="9960784"/>
                  </a:lnTo>
                  <a:lnTo>
                    <a:pt x="144780" y="9960784"/>
                  </a:lnTo>
                  <a:lnTo>
                    <a:pt x="144780" y="9816005"/>
                  </a:lnTo>
                  <a:close/>
                  <a:moveTo>
                    <a:pt x="19500100" y="0"/>
                  </a:moveTo>
                  <a:lnTo>
                    <a:pt x="19644880" y="0"/>
                  </a:lnTo>
                  <a:lnTo>
                    <a:pt x="19644880" y="144780"/>
                  </a:lnTo>
                  <a:lnTo>
                    <a:pt x="19500100" y="144780"/>
                  </a:lnTo>
                  <a:lnTo>
                    <a:pt x="19500100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9500100" y="0"/>
                  </a:lnTo>
                  <a:lnTo>
                    <a:pt x="19500100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2028412" y="2625685"/>
            <a:ext cx="14231175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</a:t>
            </a:r>
            <a:r>
              <a:rPr lang="en-US" sz="3999" u="sng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external</a:t>
            </a: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measurement of two straight lines, where the angle measures more than 180  but less than 360.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5400000">
            <a:off x="13638615" y="5654087"/>
            <a:ext cx="4175078" cy="4152305"/>
          </a:xfrm>
          <a:custGeom>
            <a:avLst/>
            <a:gdLst/>
            <a:ahLst/>
            <a:cxnLst/>
            <a:rect r="r" b="b" t="t" l="l"/>
            <a:pathLst>
              <a:path h="4152305" w="4175078">
                <a:moveTo>
                  <a:pt x="0" y="0"/>
                </a:moveTo>
                <a:lnTo>
                  <a:pt x="4175078" y="0"/>
                </a:lnTo>
                <a:lnTo>
                  <a:pt x="4175078" y="4152304"/>
                </a:lnTo>
                <a:lnTo>
                  <a:pt x="0" y="4152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552993" y="3527471"/>
            <a:ext cx="98631" cy="98631"/>
          </a:xfrm>
          <a:custGeom>
            <a:avLst/>
            <a:gdLst/>
            <a:ahLst/>
            <a:cxnLst/>
            <a:rect r="r" b="b" t="t" l="l"/>
            <a:pathLst>
              <a:path h="98631" w="98631">
                <a:moveTo>
                  <a:pt x="0" y="0"/>
                </a:moveTo>
                <a:lnTo>
                  <a:pt x="98631" y="0"/>
                </a:lnTo>
                <a:lnTo>
                  <a:pt x="98631" y="98631"/>
                </a:lnTo>
                <a:lnTo>
                  <a:pt x="0" y="986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101673" y="3527471"/>
            <a:ext cx="98631" cy="98631"/>
          </a:xfrm>
          <a:custGeom>
            <a:avLst/>
            <a:gdLst/>
            <a:ahLst/>
            <a:cxnLst/>
            <a:rect r="r" b="b" t="t" l="l"/>
            <a:pathLst>
              <a:path h="98631" w="98631">
                <a:moveTo>
                  <a:pt x="0" y="0"/>
                </a:moveTo>
                <a:lnTo>
                  <a:pt x="98631" y="0"/>
                </a:lnTo>
                <a:lnTo>
                  <a:pt x="98631" y="98631"/>
                </a:lnTo>
                <a:lnTo>
                  <a:pt x="0" y="986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370200" y="4761008"/>
            <a:ext cx="3812426" cy="3514580"/>
          </a:xfrm>
          <a:custGeom>
            <a:avLst/>
            <a:gdLst/>
            <a:ahLst/>
            <a:cxnLst/>
            <a:rect r="r" b="b" t="t" l="l"/>
            <a:pathLst>
              <a:path h="3514580" w="3812426">
                <a:moveTo>
                  <a:pt x="0" y="0"/>
                </a:moveTo>
                <a:lnTo>
                  <a:pt x="3812427" y="0"/>
                </a:lnTo>
                <a:lnTo>
                  <a:pt x="3812427" y="3514581"/>
                </a:lnTo>
                <a:lnTo>
                  <a:pt x="0" y="35145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462648" y="4595983"/>
            <a:ext cx="3915601" cy="3844630"/>
          </a:xfrm>
          <a:custGeom>
            <a:avLst/>
            <a:gdLst/>
            <a:ahLst/>
            <a:cxnLst/>
            <a:rect r="r" b="b" t="t" l="l"/>
            <a:pathLst>
              <a:path h="3844630" w="3915601">
                <a:moveTo>
                  <a:pt x="0" y="0"/>
                </a:moveTo>
                <a:lnTo>
                  <a:pt x="3915601" y="0"/>
                </a:lnTo>
                <a:lnTo>
                  <a:pt x="3915601" y="3844631"/>
                </a:lnTo>
                <a:lnTo>
                  <a:pt x="0" y="38446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337810" y="612027"/>
            <a:ext cx="11612380" cy="1357885"/>
            <a:chOff x="0" y="0"/>
            <a:chExt cx="22656669" cy="26493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72390" y="72390"/>
              <a:ext cx="22511889" cy="2504561"/>
            </a:xfrm>
            <a:custGeom>
              <a:avLst/>
              <a:gdLst/>
              <a:ahLst/>
              <a:cxnLst/>
              <a:rect r="r" b="b" t="t" l="l"/>
              <a:pathLst>
                <a:path h="2504561" w="22511889">
                  <a:moveTo>
                    <a:pt x="0" y="0"/>
                  </a:moveTo>
                  <a:lnTo>
                    <a:pt x="22511889" y="0"/>
                  </a:lnTo>
                  <a:lnTo>
                    <a:pt x="22511889" y="2504561"/>
                  </a:lnTo>
                  <a:lnTo>
                    <a:pt x="0" y="25045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E5E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656668" cy="2649341"/>
            </a:xfrm>
            <a:custGeom>
              <a:avLst/>
              <a:gdLst/>
              <a:ahLst/>
              <a:cxnLst/>
              <a:rect r="r" b="b" t="t" l="l"/>
              <a:pathLst>
                <a:path h="2649341" w="22656668">
                  <a:moveTo>
                    <a:pt x="22511889" y="2504561"/>
                  </a:moveTo>
                  <a:lnTo>
                    <a:pt x="22656668" y="2504561"/>
                  </a:lnTo>
                  <a:lnTo>
                    <a:pt x="22656668" y="2649341"/>
                  </a:lnTo>
                  <a:lnTo>
                    <a:pt x="22511889" y="2649341"/>
                  </a:lnTo>
                  <a:lnTo>
                    <a:pt x="22511889" y="250456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504561"/>
                  </a:lnTo>
                  <a:lnTo>
                    <a:pt x="0" y="2504561"/>
                  </a:lnTo>
                  <a:lnTo>
                    <a:pt x="0" y="144780"/>
                  </a:lnTo>
                  <a:close/>
                  <a:moveTo>
                    <a:pt x="0" y="2504561"/>
                  </a:moveTo>
                  <a:lnTo>
                    <a:pt x="144780" y="2504561"/>
                  </a:lnTo>
                  <a:lnTo>
                    <a:pt x="144780" y="2649341"/>
                  </a:lnTo>
                  <a:lnTo>
                    <a:pt x="0" y="2649341"/>
                  </a:lnTo>
                  <a:lnTo>
                    <a:pt x="0" y="2504561"/>
                  </a:lnTo>
                  <a:close/>
                  <a:moveTo>
                    <a:pt x="22511889" y="144780"/>
                  </a:moveTo>
                  <a:lnTo>
                    <a:pt x="22656668" y="144780"/>
                  </a:lnTo>
                  <a:lnTo>
                    <a:pt x="22656668" y="2504561"/>
                  </a:lnTo>
                  <a:lnTo>
                    <a:pt x="22511889" y="2504561"/>
                  </a:lnTo>
                  <a:lnTo>
                    <a:pt x="22511889" y="144780"/>
                  </a:lnTo>
                  <a:close/>
                  <a:moveTo>
                    <a:pt x="144780" y="2504561"/>
                  </a:moveTo>
                  <a:lnTo>
                    <a:pt x="22511889" y="2504561"/>
                  </a:lnTo>
                  <a:lnTo>
                    <a:pt x="22511889" y="2649341"/>
                  </a:lnTo>
                  <a:lnTo>
                    <a:pt x="144780" y="2649341"/>
                  </a:lnTo>
                  <a:lnTo>
                    <a:pt x="144780" y="2504561"/>
                  </a:lnTo>
                  <a:close/>
                  <a:moveTo>
                    <a:pt x="22511889" y="0"/>
                  </a:moveTo>
                  <a:lnTo>
                    <a:pt x="22656668" y="0"/>
                  </a:lnTo>
                  <a:lnTo>
                    <a:pt x="22656668" y="144780"/>
                  </a:lnTo>
                  <a:lnTo>
                    <a:pt x="22511889" y="144780"/>
                  </a:lnTo>
                  <a:lnTo>
                    <a:pt x="2251188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2511889" y="0"/>
                  </a:lnTo>
                  <a:lnTo>
                    <a:pt x="2251188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3337810" y="771856"/>
            <a:ext cx="11547599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spc="85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REFLEX ANGLES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90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3734" y="1028700"/>
            <a:ext cx="16230600" cy="8229600"/>
            <a:chOff x="0" y="0"/>
            <a:chExt cx="19644880" cy="9960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9500101" cy="9816005"/>
            </a:xfrm>
            <a:custGeom>
              <a:avLst/>
              <a:gdLst/>
              <a:ahLst/>
              <a:cxnLst/>
              <a:rect r="r" b="b" t="t" l="l"/>
              <a:pathLst>
                <a:path h="9816005" w="19500101">
                  <a:moveTo>
                    <a:pt x="0" y="0"/>
                  </a:moveTo>
                  <a:lnTo>
                    <a:pt x="19500101" y="0"/>
                  </a:lnTo>
                  <a:lnTo>
                    <a:pt x="19500101" y="9816005"/>
                  </a:lnTo>
                  <a:lnTo>
                    <a:pt x="0" y="98160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644880" cy="9960784"/>
            </a:xfrm>
            <a:custGeom>
              <a:avLst/>
              <a:gdLst/>
              <a:ahLst/>
              <a:cxnLst/>
              <a:rect r="r" b="b" t="t" l="l"/>
              <a:pathLst>
                <a:path h="9960784" w="19644880">
                  <a:moveTo>
                    <a:pt x="19500100" y="9816005"/>
                  </a:moveTo>
                  <a:lnTo>
                    <a:pt x="19644880" y="9816005"/>
                  </a:lnTo>
                  <a:lnTo>
                    <a:pt x="19644880" y="9960784"/>
                  </a:lnTo>
                  <a:lnTo>
                    <a:pt x="19500100" y="9960784"/>
                  </a:lnTo>
                  <a:lnTo>
                    <a:pt x="19500100" y="9816005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9816005"/>
                  </a:lnTo>
                  <a:lnTo>
                    <a:pt x="0" y="9816005"/>
                  </a:lnTo>
                  <a:lnTo>
                    <a:pt x="0" y="144780"/>
                  </a:lnTo>
                  <a:close/>
                  <a:moveTo>
                    <a:pt x="0" y="9816005"/>
                  </a:moveTo>
                  <a:lnTo>
                    <a:pt x="144780" y="9816005"/>
                  </a:lnTo>
                  <a:lnTo>
                    <a:pt x="144780" y="9960784"/>
                  </a:lnTo>
                  <a:lnTo>
                    <a:pt x="0" y="9960784"/>
                  </a:lnTo>
                  <a:lnTo>
                    <a:pt x="0" y="9816005"/>
                  </a:lnTo>
                  <a:close/>
                  <a:moveTo>
                    <a:pt x="19500100" y="144780"/>
                  </a:moveTo>
                  <a:lnTo>
                    <a:pt x="19644880" y="144780"/>
                  </a:lnTo>
                  <a:lnTo>
                    <a:pt x="19644880" y="9816005"/>
                  </a:lnTo>
                  <a:lnTo>
                    <a:pt x="19500100" y="9816005"/>
                  </a:lnTo>
                  <a:lnTo>
                    <a:pt x="19500100" y="144780"/>
                  </a:lnTo>
                  <a:close/>
                  <a:moveTo>
                    <a:pt x="144780" y="9816005"/>
                  </a:moveTo>
                  <a:lnTo>
                    <a:pt x="19500100" y="9816005"/>
                  </a:lnTo>
                  <a:lnTo>
                    <a:pt x="19500100" y="9960784"/>
                  </a:lnTo>
                  <a:lnTo>
                    <a:pt x="144780" y="9960784"/>
                  </a:lnTo>
                  <a:lnTo>
                    <a:pt x="144780" y="9816005"/>
                  </a:lnTo>
                  <a:close/>
                  <a:moveTo>
                    <a:pt x="19500100" y="0"/>
                  </a:moveTo>
                  <a:lnTo>
                    <a:pt x="19644880" y="0"/>
                  </a:lnTo>
                  <a:lnTo>
                    <a:pt x="19644880" y="144780"/>
                  </a:lnTo>
                  <a:lnTo>
                    <a:pt x="19500100" y="144780"/>
                  </a:lnTo>
                  <a:lnTo>
                    <a:pt x="19500100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9500100" y="0"/>
                  </a:lnTo>
                  <a:lnTo>
                    <a:pt x="19500100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-5400000">
            <a:off x="13606496" y="5698192"/>
            <a:ext cx="4047398" cy="4025321"/>
          </a:xfrm>
          <a:custGeom>
            <a:avLst/>
            <a:gdLst/>
            <a:ahLst/>
            <a:cxnLst/>
            <a:rect r="r" b="b" t="t" l="l"/>
            <a:pathLst>
              <a:path h="4025321" w="4047398">
                <a:moveTo>
                  <a:pt x="0" y="0"/>
                </a:moveTo>
                <a:lnTo>
                  <a:pt x="4047398" y="0"/>
                </a:lnTo>
                <a:lnTo>
                  <a:pt x="4047398" y="4025321"/>
                </a:lnTo>
                <a:lnTo>
                  <a:pt x="0" y="4025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63447" y="2509701"/>
            <a:ext cx="14231175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full rotation of 360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721168" y="2798420"/>
            <a:ext cx="98631" cy="98631"/>
          </a:xfrm>
          <a:custGeom>
            <a:avLst/>
            <a:gdLst/>
            <a:ahLst/>
            <a:cxnLst/>
            <a:rect r="r" b="b" t="t" l="l"/>
            <a:pathLst>
              <a:path h="98631" w="98631">
                <a:moveTo>
                  <a:pt x="0" y="0"/>
                </a:moveTo>
                <a:lnTo>
                  <a:pt x="98631" y="0"/>
                </a:lnTo>
                <a:lnTo>
                  <a:pt x="98631" y="98631"/>
                </a:lnTo>
                <a:lnTo>
                  <a:pt x="0" y="986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313723" y="3415618"/>
            <a:ext cx="6465261" cy="5157995"/>
          </a:xfrm>
          <a:custGeom>
            <a:avLst/>
            <a:gdLst/>
            <a:ahLst/>
            <a:cxnLst/>
            <a:rect r="r" b="b" t="t" l="l"/>
            <a:pathLst>
              <a:path h="5157995" w="6465261">
                <a:moveTo>
                  <a:pt x="0" y="0"/>
                </a:moveTo>
                <a:lnTo>
                  <a:pt x="6465261" y="0"/>
                </a:lnTo>
                <a:lnTo>
                  <a:pt x="6465261" y="5157995"/>
                </a:lnTo>
                <a:lnTo>
                  <a:pt x="0" y="5157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986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45382" y="3415618"/>
            <a:ext cx="4938166" cy="4947443"/>
          </a:xfrm>
          <a:custGeom>
            <a:avLst/>
            <a:gdLst/>
            <a:ahLst/>
            <a:cxnLst/>
            <a:rect r="r" b="b" t="t" l="l"/>
            <a:pathLst>
              <a:path h="4947443" w="4938166">
                <a:moveTo>
                  <a:pt x="0" y="0"/>
                </a:moveTo>
                <a:lnTo>
                  <a:pt x="4938167" y="0"/>
                </a:lnTo>
                <a:lnTo>
                  <a:pt x="4938167" y="4947442"/>
                </a:lnTo>
                <a:lnTo>
                  <a:pt x="0" y="49474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337810" y="612027"/>
            <a:ext cx="11612380" cy="1357885"/>
            <a:chOff x="0" y="0"/>
            <a:chExt cx="22656669" cy="26493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72390" y="72390"/>
              <a:ext cx="22511889" cy="2504561"/>
            </a:xfrm>
            <a:custGeom>
              <a:avLst/>
              <a:gdLst/>
              <a:ahLst/>
              <a:cxnLst/>
              <a:rect r="r" b="b" t="t" l="l"/>
              <a:pathLst>
                <a:path h="2504561" w="22511889">
                  <a:moveTo>
                    <a:pt x="0" y="0"/>
                  </a:moveTo>
                  <a:lnTo>
                    <a:pt x="22511889" y="0"/>
                  </a:lnTo>
                  <a:lnTo>
                    <a:pt x="22511889" y="2504561"/>
                  </a:lnTo>
                  <a:lnTo>
                    <a:pt x="0" y="25045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C8B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656668" cy="2649341"/>
            </a:xfrm>
            <a:custGeom>
              <a:avLst/>
              <a:gdLst/>
              <a:ahLst/>
              <a:cxnLst/>
              <a:rect r="r" b="b" t="t" l="l"/>
              <a:pathLst>
                <a:path h="2649341" w="22656668">
                  <a:moveTo>
                    <a:pt x="22511889" y="2504561"/>
                  </a:moveTo>
                  <a:lnTo>
                    <a:pt x="22656668" y="2504561"/>
                  </a:lnTo>
                  <a:lnTo>
                    <a:pt x="22656668" y="2649341"/>
                  </a:lnTo>
                  <a:lnTo>
                    <a:pt x="22511889" y="2649341"/>
                  </a:lnTo>
                  <a:lnTo>
                    <a:pt x="22511889" y="250456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504561"/>
                  </a:lnTo>
                  <a:lnTo>
                    <a:pt x="0" y="2504561"/>
                  </a:lnTo>
                  <a:lnTo>
                    <a:pt x="0" y="144780"/>
                  </a:lnTo>
                  <a:close/>
                  <a:moveTo>
                    <a:pt x="0" y="2504561"/>
                  </a:moveTo>
                  <a:lnTo>
                    <a:pt x="144780" y="2504561"/>
                  </a:lnTo>
                  <a:lnTo>
                    <a:pt x="144780" y="2649341"/>
                  </a:lnTo>
                  <a:lnTo>
                    <a:pt x="0" y="2649341"/>
                  </a:lnTo>
                  <a:lnTo>
                    <a:pt x="0" y="2504561"/>
                  </a:lnTo>
                  <a:close/>
                  <a:moveTo>
                    <a:pt x="22511889" y="144780"/>
                  </a:moveTo>
                  <a:lnTo>
                    <a:pt x="22656668" y="144780"/>
                  </a:lnTo>
                  <a:lnTo>
                    <a:pt x="22656668" y="2504561"/>
                  </a:lnTo>
                  <a:lnTo>
                    <a:pt x="22511889" y="2504561"/>
                  </a:lnTo>
                  <a:lnTo>
                    <a:pt x="22511889" y="144780"/>
                  </a:lnTo>
                  <a:close/>
                  <a:moveTo>
                    <a:pt x="144780" y="2504561"/>
                  </a:moveTo>
                  <a:lnTo>
                    <a:pt x="22511889" y="2504561"/>
                  </a:lnTo>
                  <a:lnTo>
                    <a:pt x="22511889" y="2649341"/>
                  </a:lnTo>
                  <a:lnTo>
                    <a:pt x="144780" y="2649341"/>
                  </a:lnTo>
                  <a:lnTo>
                    <a:pt x="144780" y="2504561"/>
                  </a:lnTo>
                  <a:close/>
                  <a:moveTo>
                    <a:pt x="22511889" y="0"/>
                  </a:moveTo>
                  <a:lnTo>
                    <a:pt x="22656668" y="0"/>
                  </a:lnTo>
                  <a:lnTo>
                    <a:pt x="22656668" y="144780"/>
                  </a:lnTo>
                  <a:lnTo>
                    <a:pt x="22511889" y="144780"/>
                  </a:lnTo>
                  <a:lnTo>
                    <a:pt x="2251188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2511889" y="0"/>
                  </a:lnTo>
                  <a:lnTo>
                    <a:pt x="2251188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405235" y="790906"/>
            <a:ext cx="11547599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spc="85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REVOLUTION ANGLES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EE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20285963" cy="1028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20141182" cy="10141060"/>
            </a:xfrm>
            <a:custGeom>
              <a:avLst/>
              <a:gdLst/>
              <a:ahLst/>
              <a:cxnLst/>
              <a:rect r="r" b="b" t="t" l="l"/>
              <a:pathLst>
                <a:path h="10141060" w="20141182">
                  <a:moveTo>
                    <a:pt x="0" y="0"/>
                  </a:moveTo>
                  <a:lnTo>
                    <a:pt x="20141182" y="0"/>
                  </a:lnTo>
                  <a:lnTo>
                    <a:pt x="20141182" y="10141060"/>
                  </a:lnTo>
                  <a:lnTo>
                    <a:pt x="0" y="10141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85963" cy="10285840"/>
            </a:xfrm>
            <a:custGeom>
              <a:avLst/>
              <a:gdLst/>
              <a:ahLst/>
              <a:cxnLst/>
              <a:rect r="r" b="b" t="t" l="l"/>
              <a:pathLst>
                <a:path h="10285840" w="20285963">
                  <a:moveTo>
                    <a:pt x="20141183" y="10141060"/>
                  </a:moveTo>
                  <a:lnTo>
                    <a:pt x="20285963" y="10141060"/>
                  </a:lnTo>
                  <a:lnTo>
                    <a:pt x="20285963" y="10285840"/>
                  </a:lnTo>
                  <a:lnTo>
                    <a:pt x="20141183" y="10285840"/>
                  </a:lnTo>
                  <a:lnTo>
                    <a:pt x="20141183" y="1014106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0141060"/>
                  </a:lnTo>
                  <a:lnTo>
                    <a:pt x="0" y="10141060"/>
                  </a:lnTo>
                  <a:lnTo>
                    <a:pt x="0" y="144780"/>
                  </a:lnTo>
                  <a:close/>
                  <a:moveTo>
                    <a:pt x="0" y="10141060"/>
                  </a:moveTo>
                  <a:lnTo>
                    <a:pt x="144780" y="10141060"/>
                  </a:lnTo>
                  <a:lnTo>
                    <a:pt x="144780" y="10285840"/>
                  </a:lnTo>
                  <a:lnTo>
                    <a:pt x="0" y="10285840"/>
                  </a:lnTo>
                  <a:lnTo>
                    <a:pt x="0" y="10141060"/>
                  </a:lnTo>
                  <a:close/>
                  <a:moveTo>
                    <a:pt x="20141183" y="144780"/>
                  </a:moveTo>
                  <a:lnTo>
                    <a:pt x="20285963" y="144780"/>
                  </a:lnTo>
                  <a:lnTo>
                    <a:pt x="20285963" y="10141060"/>
                  </a:lnTo>
                  <a:lnTo>
                    <a:pt x="20141183" y="10141060"/>
                  </a:lnTo>
                  <a:lnTo>
                    <a:pt x="20141183" y="144780"/>
                  </a:lnTo>
                  <a:close/>
                  <a:moveTo>
                    <a:pt x="144780" y="10141060"/>
                  </a:moveTo>
                  <a:lnTo>
                    <a:pt x="20141183" y="10141060"/>
                  </a:lnTo>
                  <a:lnTo>
                    <a:pt x="20141183" y="10285840"/>
                  </a:lnTo>
                  <a:lnTo>
                    <a:pt x="144780" y="10285840"/>
                  </a:lnTo>
                  <a:lnTo>
                    <a:pt x="144780" y="10141060"/>
                  </a:lnTo>
                  <a:close/>
                  <a:moveTo>
                    <a:pt x="20141183" y="0"/>
                  </a:moveTo>
                  <a:lnTo>
                    <a:pt x="20285963" y="0"/>
                  </a:lnTo>
                  <a:lnTo>
                    <a:pt x="20285963" y="144780"/>
                  </a:lnTo>
                  <a:lnTo>
                    <a:pt x="20141183" y="144780"/>
                  </a:lnTo>
                  <a:lnTo>
                    <a:pt x="20141183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0141183" y="0"/>
                  </a:lnTo>
                  <a:lnTo>
                    <a:pt x="20141183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4562834" y="2625402"/>
            <a:ext cx="9162332" cy="6097115"/>
          </a:xfrm>
          <a:custGeom>
            <a:avLst/>
            <a:gdLst/>
            <a:ahLst/>
            <a:cxnLst/>
            <a:rect r="r" b="b" t="t" l="l"/>
            <a:pathLst>
              <a:path h="6097115" w="9162332">
                <a:moveTo>
                  <a:pt x="0" y="0"/>
                </a:moveTo>
                <a:lnTo>
                  <a:pt x="9162332" y="0"/>
                </a:lnTo>
                <a:lnTo>
                  <a:pt x="9162332" y="6097115"/>
                </a:lnTo>
                <a:lnTo>
                  <a:pt x="0" y="60971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00200" y="709335"/>
            <a:ext cx="15087600" cy="1178960"/>
            <a:chOff x="0" y="0"/>
            <a:chExt cx="18857374" cy="14735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72390" y="72390"/>
              <a:ext cx="18712594" cy="1328754"/>
            </a:xfrm>
            <a:custGeom>
              <a:avLst/>
              <a:gdLst/>
              <a:ahLst/>
              <a:cxnLst/>
              <a:rect r="r" b="b" t="t" l="l"/>
              <a:pathLst>
                <a:path h="1328754" w="18712594">
                  <a:moveTo>
                    <a:pt x="0" y="0"/>
                  </a:moveTo>
                  <a:lnTo>
                    <a:pt x="18712594" y="0"/>
                  </a:lnTo>
                  <a:lnTo>
                    <a:pt x="18712594" y="1328754"/>
                  </a:lnTo>
                  <a:lnTo>
                    <a:pt x="0" y="1328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857375" cy="1473533"/>
            </a:xfrm>
            <a:custGeom>
              <a:avLst/>
              <a:gdLst/>
              <a:ahLst/>
              <a:cxnLst/>
              <a:rect r="r" b="b" t="t" l="l"/>
              <a:pathLst>
                <a:path h="1473533" w="18857375">
                  <a:moveTo>
                    <a:pt x="18712594" y="1328753"/>
                  </a:moveTo>
                  <a:lnTo>
                    <a:pt x="18857375" y="1328753"/>
                  </a:lnTo>
                  <a:lnTo>
                    <a:pt x="18857375" y="1473533"/>
                  </a:lnTo>
                  <a:lnTo>
                    <a:pt x="18712594" y="1473533"/>
                  </a:lnTo>
                  <a:lnTo>
                    <a:pt x="18712594" y="132875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328753"/>
                  </a:lnTo>
                  <a:lnTo>
                    <a:pt x="0" y="1328753"/>
                  </a:lnTo>
                  <a:lnTo>
                    <a:pt x="0" y="144780"/>
                  </a:lnTo>
                  <a:close/>
                  <a:moveTo>
                    <a:pt x="0" y="1328753"/>
                  </a:moveTo>
                  <a:lnTo>
                    <a:pt x="144780" y="1328753"/>
                  </a:lnTo>
                  <a:lnTo>
                    <a:pt x="144780" y="1473533"/>
                  </a:lnTo>
                  <a:lnTo>
                    <a:pt x="0" y="1473533"/>
                  </a:lnTo>
                  <a:lnTo>
                    <a:pt x="0" y="1328753"/>
                  </a:lnTo>
                  <a:close/>
                  <a:moveTo>
                    <a:pt x="18712594" y="144780"/>
                  </a:moveTo>
                  <a:lnTo>
                    <a:pt x="18857375" y="144780"/>
                  </a:lnTo>
                  <a:lnTo>
                    <a:pt x="18857375" y="1328753"/>
                  </a:lnTo>
                  <a:lnTo>
                    <a:pt x="18712594" y="1328753"/>
                  </a:lnTo>
                  <a:lnTo>
                    <a:pt x="18712594" y="144780"/>
                  </a:lnTo>
                  <a:close/>
                  <a:moveTo>
                    <a:pt x="144780" y="1328753"/>
                  </a:moveTo>
                  <a:lnTo>
                    <a:pt x="18712594" y="1328753"/>
                  </a:lnTo>
                  <a:lnTo>
                    <a:pt x="18712594" y="1473533"/>
                  </a:lnTo>
                  <a:lnTo>
                    <a:pt x="144780" y="1473533"/>
                  </a:lnTo>
                  <a:lnTo>
                    <a:pt x="144780" y="1328753"/>
                  </a:lnTo>
                  <a:close/>
                  <a:moveTo>
                    <a:pt x="18712594" y="0"/>
                  </a:moveTo>
                  <a:lnTo>
                    <a:pt x="18857375" y="0"/>
                  </a:lnTo>
                  <a:lnTo>
                    <a:pt x="18857375" y="144780"/>
                  </a:lnTo>
                  <a:lnTo>
                    <a:pt x="18712594" y="144780"/>
                  </a:lnTo>
                  <a:lnTo>
                    <a:pt x="18712594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8712594" y="0"/>
                  </a:lnTo>
                  <a:lnTo>
                    <a:pt x="18712594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600200" y="927340"/>
            <a:ext cx="1508760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spc="63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What types of angles can you see?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DF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20285963" cy="1028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20141182" cy="10141060"/>
            </a:xfrm>
            <a:custGeom>
              <a:avLst/>
              <a:gdLst/>
              <a:ahLst/>
              <a:cxnLst/>
              <a:rect r="r" b="b" t="t" l="l"/>
              <a:pathLst>
                <a:path h="10141060" w="20141182">
                  <a:moveTo>
                    <a:pt x="0" y="0"/>
                  </a:moveTo>
                  <a:lnTo>
                    <a:pt x="20141182" y="0"/>
                  </a:lnTo>
                  <a:lnTo>
                    <a:pt x="20141182" y="10141060"/>
                  </a:lnTo>
                  <a:lnTo>
                    <a:pt x="0" y="10141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85963" cy="10285840"/>
            </a:xfrm>
            <a:custGeom>
              <a:avLst/>
              <a:gdLst/>
              <a:ahLst/>
              <a:cxnLst/>
              <a:rect r="r" b="b" t="t" l="l"/>
              <a:pathLst>
                <a:path h="10285840" w="20285963">
                  <a:moveTo>
                    <a:pt x="20141183" y="10141060"/>
                  </a:moveTo>
                  <a:lnTo>
                    <a:pt x="20285963" y="10141060"/>
                  </a:lnTo>
                  <a:lnTo>
                    <a:pt x="20285963" y="10285840"/>
                  </a:lnTo>
                  <a:lnTo>
                    <a:pt x="20141183" y="10285840"/>
                  </a:lnTo>
                  <a:lnTo>
                    <a:pt x="20141183" y="1014106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0141060"/>
                  </a:lnTo>
                  <a:lnTo>
                    <a:pt x="0" y="10141060"/>
                  </a:lnTo>
                  <a:lnTo>
                    <a:pt x="0" y="144780"/>
                  </a:lnTo>
                  <a:close/>
                  <a:moveTo>
                    <a:pt x="0" y="10141060"/>
                  </a:moveTo>
                  <a:lnTo>
                    <a:pt x="144780" y="10141060"/>
                  </a:lnTo>
                  <a:lnTo>
                    <a:pt x="144780" y="10285840"/>
                  </a:lnTo>
                  <a:lnTo>
                    <a:pt x="0" y="10285840"/>
                  </a:lnTo>
                  <a:lnTo>
                    <a:pt x="0" y="10141060"/>
                  </a:lnTo>
                  <a:close/>
                  <a:moveTo>
                    <a:pt x="20141183" y="144780"/>
                  </a:moveTo>
                  <a:lnTo>
                    <a:pt x="20285963" y="144780"/>
                  </a:lnTo>
                  <a:lnTo>
                    <a:pt x="20285963" y="10141060"/>
                  </a:lnTo>
                  <a:lnTo>
                    <a:pt x="20141183" y="10141060"/>
                  </a:lnTo>
                  <a:lnTo>
                    <a:pt x="20141183" y="144780"/>
                  </a:lnTo>
                  <a:close/>
                  <a:moveTo>
                    <a:pt x="144780" y="10141060"/>
                  </a:moveTo>
                  <a:lnTo>
                    <a:pt x="20141183" y="10141060"/>
                  </a:lnTo>
                  <a:lnTo>
                    <a:pt x="20141183" y="10285840"/>
                  </a:lnTo>
                  <a:lnTo>
                    <a:pt x="144780" y="10285840"/>
                  </a:lnTo>
                  <a:lnTo>
                    <a:pt x="144780" y="10141060"/>
                  </a:lnTo>
                  <a:close/>
                  <a:moveTo>
                    <a:pt x="20141183" y="0"/>
                  </a:moveTo>
                  <a:lnTo>
                    <a:pt x="20285963" y="0"/>
                  </a:lnTo>
                  <a:lnTo>
                    <a:pt x="20285963" y="144780"/>
                  </a:lnTo>
                  <a:lnTo>
                    <a:pt x="20141183" y="144780"/>
                  </a:lnTo>
                  <a:lnTo>
                    <a:pt x="20141183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0141183" y="0"/>
                  </a:lnTo>
                  <a:lnTo>
                    <a:pt x="20141183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126417" y="2508888"/>
            <a:ext cx="6035166" cy="6358891"/>
          </a:xfrm>
          <a:custGeom>
            <a:avLst/>
            <a:gdLst/>
            <a:ahLst/>
            <a:cxnLst/>
            <a:rect r="r" b="b" t="t" l="l"/>
            <a:pathLst>
              <a:path h="6358891" w="6035166">
                <a:moveTo>
                  <a:pt x="0" y="0"/>
                </a:moveTo>
                <a:lnTo>
                  <a:pt x="6035166" y="0"/>
                </a:lnTo>
                <a:lnTo>
                  <a:pt x="6035166" y="6358891"/>
                </a:lnTo>
                <a:lnTo>
                  <a:pt x="0" y="63588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00200" y="709335"/>
            <a:ext cx="15087600" cy="1178960"/>
            <a:chOff x="0" y="0"/>
            <a:chExt cx="18857374" cy="14735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72390" y="72390"/>
              <a:ext cx="18712594" cy="1328754"/>
            </a:xfrm>
            <a:custGeom>
              <a:avLst/>
              <a:gdLst/>
              <a:ahLst/>
              <a:cxnLst/>
              <a:rect r="r" b="b" t="t" l="l"/>
              <a:pathLst>
                <a:path h="1328754" w="18712594">
                  <a:moveTo>
                    <a:pt x="0" y="0"/>
                  </a:moveTo>
                  <a:lnTo>
                    <a:pt x="18712594" y="0"/>
                  </a:lnTo>
                  <a:lnTo>
                    <a:pt x="18712594" y="1328754"/>
                  </a:lnTo>
                  <a:lnTo>
                    <a:pt x="0" y="1328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857375" cy="1473533"/>
            </a:xfrm>
            <a:custGeom>
              <a:avLst/>
              <a:gdLst/>
              <a:ahLst/>
              <a:cxnLst/>
              <a:rect r="r" b="b" t="t" l="l"/>
              <a:pathLst>
                <a:path h="1473533" w="18857375">
                  <a:moveTo>
                    <a:pt x="18712594" y="1328753"/>
                  </a:moveTo>
                  <a:lnTo>
                    <a:pt x="18857375" y="1328753"/>
                  </a:lnTo>
                  <a:lnTo>
                    <a:pt x="18857375" y="1473533"/>
                  </a:lnTo>
                  <a:lnTo>
                    <a:pt x="18712594" y="1473533"/>
                  </a:lnTo>
                  <a:lnTo>
                    <a:pt x="18712594" y="132875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328753"/>
                  </a:lnTo>
                  <a:lnTo>
                    <a:pt x="0" y="1328753"/>
                  </a:lnTo>
                  <a:lnTo>
                    <a:pt x="0" y="144780"/>
                  </a:lnTo>
                  <a:close/>
                  <a:moveTo>
                    <a:pt x="0" y="1328753"/>
                  </a:moveTo>
                  <a:lnTo>
                    <a:pt x="144780" y="1328753"/>
                  </a:lnTo>
                  <a:lnTo>
                    <a:pt x="144780" y="1473533"/>
                  </a:lnTo>
                  <a:lnTo>
                    <a:pt x="0" y="1473533"/>
                  </a:lnTo>
                  <a:lnTo>
                    <a:pt x="0" y="1328753"/>
                  </a:lnTo>
                  <a:close/>
                  <a:moveTo>
                    <a:pt x="18712594" y="144780"/>
                  </a:moveTo>
                  <a:lnTo>
                    <a:pt x="18857375" y="144780"/>
                  </a:lnTo>
                  <a:lnTo>
                    <a:pt x="18857375" y="1328753"/>
                  </a:lnTo>
                  <a:lnTo>
                    <a:pt x="18712594" y="1328753"/>
                  </a:lnTo>
                  <a:lnTo>
                    <a:pt x="18712594" y="144780"/>
                  </a:lnTo>
                  <a:close/>
                  <a:moveTo>
                    <a:pt x="144780" y="1328753"/>
                  </a:moveTo>
                  <a:lnTo>
                    <a:pt x="18712594" y="1328753"/>
                  </a:lnTo>
                  <a:lnTo>
                    <a:pt x="18712594" y="1473533"/>
                  </a:lnTo>
                  <a:lnTo>
                    <a:pt x="144780" y="1473533"/>
                  </a:lnTo>
                  <a:lnTo>
                    <a:pt x="144780" y="1328753"/>
                  </a:lnTo>
                  <a:close/>
                  <a:moveTo>
                    <a:pt x="18712594" y="0"/>
                  </a:moveTo>
                  <a:lnTo>
                    <a:pt x="18857375" y="0"/>
                  </a:lnTo>
                  <a:lnTo>
                    <a:pt x="18857375" y="144780"/>
                  </a:lnTo>
                  <a:lnTo>
                    <a:pt x="18712594" y="144780"/>
                  </a:lnTo>
                  <a:lnTo>
                    <a:pt x="18712594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8712594" y="0"/>
                  </a:lnTo>
                  <a:lnTo>
                    <a:pt x="18712594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600200" y="927340"/>
            <a:ext cx="1508760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spc="63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What types of angles can you see?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90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20285963" cy="1028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20141182" cy="10141060"/>
            </a:xfrm>
            <a:custGeom>
              <a:avLst/>
              <a:gdLst/>
              <a:ahLst/>
              <a:cxnLst/>
              <a:rect r="r" b="b" t="t" l="l"/>
              <a:pathLst>
                <a:path h="10141060" w="20141182">
                  <a:moveTo>
                    <a:pt x="0" y="0"/>
                  </a:moveTo>
                  <a:lnTo>
                    <a:pt x="20141182" y="0"/>
                  </a:lnTo>
                  <a:lnTo>
                    <a:pt x="20141182" y="10141060"/>
                  </a:lnTo>
                  <a:lnTo>
                    <a:pt x="0" y="10141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85963" cy="10285840"/>
            </a:xfrm>
            <a:custGeom>
              <a:avLst/>
              <a:gdLst/>
              <a:ahLst/>
              <a:cxnLst/>
              <a:rect r="r" b="b" t="t" l="l"/>
              <a:pathLst>
                <a:path h="10285840" w="20285963">
                  <a:moveTo>
                    <a:pt x="20141183" y="10141060"/>
                  </a:moveTo>
                  <a:lnTo>
                    <a:pt x="20285963" y="10141060"/>
                  </a:lnTo>
                  <a:lnTo>
                    <a:pt x="20285963" y="10285840"/>
                  </a:lnTo>
                  <a:lnTo>
                    <a:pt x="20141183" y="10285840"/>
                  </a:lnTo>
                  <a:lnTo>
                    <a:pt x="20141183" y="1014106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0141060"/>
                  </a:lnTo>
                  <a:lnTo>
                    <a:pt x="0" y="10141060"/>
                  </a:lnTo>
                  <a:lnTo>
                    <a:pt x="0" y="144780"/>
                  </a:lnTo>
                  <a:close/>
                  <a:moveTo>
                    <a:pt x="0" y="10141060"/>
                  </a:moveTo>
                  <a:lnTo>
                    <a:pt x="144780" y="10141060"/>
                  </a:lnTo>
                  <a:lnTo>
                    <a:pt x="144780" y="10285840"/>
                  </a:lnTo>
                  <a:lnTo>
                    <a:pt x="0" y="10285840"/>
                  </a:lnTo>
                  <a:lnTo>
                    <a:pt x="0" y="10141060"/>
                  </a:lnTo>
                  <a:close/>
                  <a:moveTo>
                    <a:pt x="20141183" y="144780"/>
                  </a:moveTo>
                  <a:lnTo>
                    <a:pt x="20285963" y="144780"/>
                  </a:lnTo>
                  <a:lnTo>
                    <a:pt x="20285963" y="10141060"/>
                  </a:lnTo>
                  <a:lnTo>
                    <a:pt x="20141183" y="10141060"/>
                  </a:lnTo>
                  <a:lnTo>
                    <a:pt x="20141183" y="144780"/>
                  </a:lnTo>
                  <a:close/>
                  <a:moveTo>
                    <a:pt x="144780" y="10141060"/>
                  </a:moveTo>
                  <a:lnTo>
                    <a:pt x="20141183" y="10141060"/>
                  </a:lnTo>
                  <a:lnTo>
                    <a:pt x="20141183" y="10285840"/>
                  </a:lnTo>
                  <a:lnTo>
                    <a:pt x="144780" y="10285840"/>
                  </a:lnTo>
                  <a:lnTo>
                    <a:pt x="144780" y="10141060"/>
                  </a:lnTo>
                  <a:close/>
                  <a:moveTo>
                    <a:pt x="20141183" y="0"/>
                  </a:moveTo>
                  <a:lnTo>
                    <a:pt x="20285963" y="0"/>
                  </a:lnTo>
                  <a:lnTo>
                    <a:pt x="20285963" y="144780"/>
                  </a:lnTo>
                  <a:lnTo>
                    <a:pt x="20141183" y="144780"/>
                  </a:lnTo>
                  <a:lnTo>
                    <a:pt x="20141183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0141183" y="0"/>
                  </a:lnTo>
                  <a:lnTo>
                    <a:pt x="20141183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091288" y="2269823"/>
            <a:ext cx="6105424" cy="6507720"/>
          </a:xfrm>
          <a:custGeom>
            <a:avLst/>
            <a:gdLst/>
            <a:ahLst/>
            <a:cxnLst/>
            <a:rect r="r" b="b" t="t" l="l"/>
            <a:pathLst>
              <a:path h="6507720" w="6105424">
                <a:moveTo>
                  <a:pt x="0" y="0"/>
                </a:moveTo>
                <a:lnTo>
                  <a:pt x="6105424" y="0"/>
                </a:lnTo>
                <a:lnTo>
                  <a:pt x="6105424" y="6507719"/>
                </a:lnTo>
                <a:lnTo>
                  <a:pt x="0" y="6507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00200" y="709335"/>
            <a:ext cx="15087600" cy="1178960"/>
            <a:chOff x="0" y="0"/>
            <a:chExt cx="18857374" cy="14735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72390" y="72390"/>
              <a:ext cx="18712594" cy="1328754"/>
            </a:xfrm>
            <a:custGeom>
              <a:avLst/>
              <a:gdLst/>
              <a:ahLst/>
              <a:cxnLst/>
              <a:rect r="r" b="b" t="t" l="l"/>
              <a:pathLst>
                <a:path h="1328754" w="18712594">
                  <a:moveTo>
                    <a:pt x="0" y="0"/>
                  </a:moveTo>
                  <a:lnTo>
                    <a:pt x="18712594" y="0"/>
                  </a:lnTo>
                  <a:lnTo>
                    <a:pt x="18712594" y="1328754"/>
                  </a:lnTo>
                  <a:lnTo>
                    <a:pt x="0" y="1328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857375" cy="1473533"/>
            </a:xfrm>
            <a:custGeom>
              <a:avLst/>
              <a:gdLst/>
              <a:ahLst/>
              <a:cxnLst/>
              <a:rect r="r" b="b" t="t" l="l"/>
              <a:pathLst>
                <a:path h="1473533" w="18857375">
                  <a:moveTo>
                    <a:pt x="18712594" y="1328753"/>
                  </a:moveTo>
                  <a:lnTo>
                    <a:pt x="18857375" y="1328753"/>
                  </a:lnTo>
                  <a:lnTo>
                    <a:pt x="18857375" y="1473533"/>
                  </a:lnTo>
                  <a:lnTo>
                    <a:pt x="18712594" y="1473533"/>
                  </a:lnTo>
                  <a:lnTo>
                    <a:pt x="18712594" y="132875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328753"/>
                  </a:lnTo>
                  <a:lnTo>
                    <a:pt x="0" y="1328753"/>
                  </a:lnTo>
                  <a:lnTo>
                    <a:pt x="0" y="144780"/>
                  </a:lnTo>
                  <a:close/>
                  <a:moveTo>
                    <a:pt x="0" y="1328753"/>
                  </a:moveTo>
                  <a:lnTo>
                    <a:pt x="144780" y="1328753"/>
                  </a:lnTo>
                  <a:lnTo>
                    <a:pt x="144780" y="1473533"/>
                  </a:lnTo>
                  <a:lnTo>
                    <a:pt x="0" y="1473533"/>
                  </a:lnTo>
                  <a:lnTo>
                    <a:pt x="0" y="1328753"/>
                  </a:lnTo>
                  <a:close/>
                  <a:moveTo>
                    <a:pt x="18712594" y="144780"/>
                  </a:moveTo>
                  <a:lnTo>
                    <a:pt x="18857375" y="144780"/>
                  </a:lnTo>
                  <a:lnTo>
                    <a:pt x="18857375" y="1328753"/>
                  </a:lnTo>
                  <a:lnTo>
                    <a:pt x="18712594" y="1328753"/>
                  </a:lnTo>
                  <a:lnTo>
                    <a:pt x="18712594" y="144780"/>
                  </a:lnTo>
                  <a:close/>
                  <a:moveTo>
                    <a:pt x="144780" y="1328753"/>
                  </a:moveTo>
                  <a:lnTo>
                    <a:pt x="18712594" y="1328753"/>
                  </a:lnTo>
                  <a:lnTo>
                    <a:pt x="18712594" y="1473533"/>
                  </a:lnTo>
                  <a:lnTo>
                    <a:pt x="144780" y="1473533"/>
                  </a:lnTo>
                  <a:lnTo>
                    <a:pt x="144780" y="1328753"/>
                  </a:lnTo>
                  <a:close/>
                  <a:moveTo>
                    <a:pt x="18712594" y="0"/>
                  </a:moveTo>
                  <a:lnTo>
                    <a:pt x="18857375" y="0"/>
                  </a:lnTo>
                  <a:lnTo>
                    <a:pt x="18857375" y="144780"/>
                  </a:lnTo>
                  <a:lnTo>
                    <a:pt x="18712594" y="144780"/>
                  </a:lnTo>
                  <a:lnTo>
                    <a:pt x="18712594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8712594" y="0"/>
                  </a:lnTo>
                  <a:lnTo>
                    <a:pt x="18712594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600200" y="927340"/>
            <a:ext cx="1508760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spc="63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What types of angles can you see?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DAHUYBM4MHw</dc:identifier>
  <dcterms:modified xsi:type="dcterms:W3CDTF">2011-08-01T06:04:30Z</dcterms:modified>
  <cp:revision>1</cp:revision>
  <dc:title>Geometry Angles Maths Presentation</dc:title>
</cp:coreProperties>
</file>